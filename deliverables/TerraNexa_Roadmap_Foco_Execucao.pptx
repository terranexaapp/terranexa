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668d7b8b74110" /><Relationship Type="http://schemas.openxmlformats.org/officeDocument/2006/relationships/extended-properties" Target="/docProps/app.xml" Id="R7eb603f80704472a" /><Relationship Type="http://schemas.openxmlformats.org/officeDocument/2006/relationships/officeDocument" Target="/ppt/presentation.xml" Id="R1d3f167121c3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6b519560e4172"/>
  </p:sldMasterIdLst>
  <p:notesMasterIdLst>
    <p:notesMasterId xmlns:r="http://schemas.openxmlformats.org/officeDocument/2006/relationships" r:id="R855105408c0049b5"/>
  </p:notesMasterIdLst>
  <p:sldIdLst>
    <p:sldId xmlns:r="http://schemas.openxmlformats.org/officeDocument/2006/relationships" id="256" r:id="Rf4fee894ea4148b6"/>
    <p:sldId xmlns:r="http://schemas.openxmlformats.org/officeDocument/2006/relationships" id="257" r:id="Rb0ffb336bbac4842"/>
    <p:sldId xmlns:r="http://schemas.openxmlformats.org/officeDocument/2006/relationships" id="258" r:id="R5fa27d5f3a7d4c84"/>
    <p:sldId xmlns:r="http://schemas.openxmlformats.org/officeDocument/2006/relationships" id="259" r:id="R5b10051ba5814fa4"/>
    <p:sldId xmlns:r="http://schemas.openxmlformats.org/officeDocument/2006/relationships" id="260" r:id="Ra1a3cf64446448d2"/>
    <p:sldId xmlns:r="http://schemas.openxmlformats.org/officeDocument/2006/relationships" id="261" r:id="R225cfad0b0254365"/>
    <p:sldId xmlns:r="http://schemas.openxmlformats.org/officeDocument/2006/relationships" id="262" r:id="R9667dd5bfefa4224"/>
    <p:sldId xmlns:r="http://schemas.openxmlformats.org/officeDocument/2006/relationships" id="263" r:id="Rd7a44610bf0d430e"/>
    <p:sldId xmlns:r="http://schemas.openxmlformats.org/officeDocument/2006/relationships" id="264" r:id="R7d6294508f484048"/>
    <p:sldId xmlns:r="http://schemas.openxmlformats.org/officeDocument/2006/relationships" id="265" r:id="R8c73030a4bc24e4f"/>
    <p:sldId xmlns:r="http://schemas.openxmlformats.org/officeDocument/2006/relationships" id="266" r:id="R3d1f4764c7374e0b"/>
    <p:sldId xmlns:r="http://schemas.openxmlformats.org/officeDocument/2006/relationships" id="267" r:id="R7459c8cd525a40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6b519560e4172" /><Relationship Type="http://schemas.openxmlformats.org/officeDocument/2006/relationships/theme" Target="/ppt/theme/theme1.xml" Id="R1e7b7c80f9e64035" /><Relationship Type="http://schemas.openxmlformats.org/officeDocument/2006/relationships/notesMaster" Target="/ppt/notesMasters/notesMaster1.xml" Id="R855105408c0049b5" /><Relationship Type="http://schemas.openxmlformats.org/officeDocument/2006/relationships/presProps" Target="/ppt/presProps.xml" Id="R862112d2fa4a4be5" /><Relationship Type="http://schemas.openxmlformats.org/officeDocument/2006/relationships/viewProps" Target="/ppt/viewProps.xml" Id="R042ee6c96ec241b6" /><Relationship Type="http://schemas.openxmlformats.org/officeDocument/2006/relationships/tableStyles" Target="/ppt/tableStyles.xml" Id="Rdfd4fe3da98048d2" /><Relationship Type="http://schemas.openxmlformats.org/officeDocument/2006/relationships/slide" Target="/ppt/slides/slide1.xml" Id="Rf4fee894ea4148b6" /><Relationship Type="http://schemas.openxmlformats.org/officeDocument/2006/relationships/slide" Target="/ppt/slides/slide2.xml" Id="Rb0ffb336bbac4842" /><Relationship Type="http://schemas.openxmlformats.org/officeDocument/2006/relationships/slide" Target="/ppt/slides/slide3.xml" Id="R5fa27d5f3a7d4c84" /><Relationship Type="http://schemas.openxmlformats.org/officeDocument/2006/relationships/slide" Target="/ppt/slides/slide4.xml" Id="R5b10051ba5814fa4" /><Relationship Type="http://schemas.openxmlformats.org/officeDocument/2006/relationships/slide" Target="/ppt/slides/slide5.xml" Id="Ra1a3cf64446448d2" /><Relationship Type="http://schemas.openxmlformats.org/officeDocument/2006/relationships/slide" Target="/ppt/slides/slide6.xml" Id="R225cfad0b0254365" /><Relationship Type="http://schemas.openxmlformats.org/officeDocument/2006/relationships/slide" Target="/ppt/slides/slide7.xml" Id="R9667dd5bfefa4224" /><Relationship Type="http://schemas.openxmlformats.org/officeDocument/2006/relationships/slide" Target="/ppt/slides/slide8.xml" Id="Rd7a44610bf0d430e" /><Relationship Type="http://schemas.openxmlformats.org/officeDocument/2006/relationships/slide" Target="/ppt/slides/slide9.xml" Id="R7d6294508f484048" /><Relationship Type="http://schemas.openxmlformats.org/officeDocument/2006/relationships/slide" Target="/ppt/slides/slide10.xml" Id="R8c73030a4bc24e4f" /><Relationship Type="http://schemas.openxmlformats.org/officeDocument/2006/relationships/slide" Target="/ppt/slides/slide11.xml" Id="R3d1f4764c7374e0b" /><Relationship Type="http://schemas.openxmlformats.org/officeDocument/2006/relationships/slide" Target="/ppt/slides/slide12.xml" Id="R7459c8cd525a40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7f7d15b63f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d71928a36461d" /><Relationship Type="http://schemas.openxmlformats.org/officeDocument/2006/relationships/notesMaster" Target="/ppt/notesMasters/notesMaster1.xml" Id="R6df929a81c70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22f38c133b44a1" /><Relationship Type="http://schemas.openxmlformats.org/officeDocument/2006/relationships/notesMaster" Target="/ppt/notesMasters/notesMaster1.xml" Id="R6e3be59504fd41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3fcf8407e447a6" /><Relationship Type="http://schemas.openxmlformats.org/officeDocument/2006/relationships/notesMaster" Target="/ppt/notesMasters/notesMaster1.xml" Id="Rf610b12a6005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e839773094c9e" /><Relationship Type="http://schemas.openxmlformats.org/officeDocument/2006/relationships/notesMaster" Target="/ppt/notesMasters/notesMaster1.xml" Id="Rada5d9b62cd7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d4d431075f4188" /><Relationship Type="http://schemas.openxmlformats.org/officeDocument/2006/relationships/notesMaster" Target="/ppt/notesMasters/notesMaster1.xml" Id="Rf78d300a97c943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fb377d16144b4" /><Relationship Type="http://schemas.openxmlformats.org/officeDocument/2006/relationships/notesMaster" Target="/ppt/notesMasters/notesMaster1.xml" Id="R96acbe97554547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bac7b589a4dd3" /><Relationship Type="http://schemas.openxmlformats.org/officeDocument/2006/relationships/notesMaster" Target="/ppt/notesMasters/notesMaster1.xml" Id="R47e0ce611f7640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c273937fe741b5" /><Relationship Type="http://schemas.openxmlformats.org/officeDocument/2006/relationships/notesMaster" Target="/ppt/notesMasters/notesMaster1.xml" Id="R3d75a2b563164c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3a29b9fc504d29" /><Relationship Type="http://schemas.openxmlformats.org/officeDocument/2006/relationships/notesMaster" Target="/ppt/notesMasters/notesMaster1.xml" Id="R13f9a751566f41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3a9ddc85bf4597" /><Relationship Type="http://schemas.openxmlformats.org/officeDocument/2006/relationships/notesMaster" Target="/ppt/notesMasters/notesMaster1.xml" Id="R1cb4d2d720634b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84ef816135429c" /><Relationship Type="http://schemas.openxmlformats.org/officeDocument/2006/relationships/notesMaster" Target="/ppt/notesMasters/notesMaster1.xml" Id="R7a5e744f9c3744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4de85b74b7460a" /><Relationship Type="http://schemas.openxmlformats.org/officeDocument/2006/relationships/notesMaster" Target="/ppt/notesMasters/notesMaster1.xml" Id="R0e80714b64e246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43f37e5804a5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26975c67f54708" /><Relationship Type="http://schemas.openxmlformats.org/officeDocument/2006/relationships/slideLayout" Target="/ppt/slideLayouts/slideLayout2.xml" Id="R9d207f949bc44d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07f949bc44d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9d264a65342dd" /><Relationship Type="http://schemas.openxmlformats.org/officeDocument/2006/relationships/image" Target="/ppt/media/image.png" Id="R188d23655ed146f1" /><Relationship Type="http://schemas.openxmlformats.org/officeDocument/2006/relationships/notesSlide" Target="/ppt/notesSlides/notesSlide1.xml" Id="R31a611771bcb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a46248ee749a4" /><Relationship Type="http://schemas.openxmlformats.org/officeDocument/2006/relationships/image" Target="/ppt/media/image2.png" Id="R5754a73e11db469c" /><Relationship Type="http://schemas.openxmlformats.org/officeDocument/2006/relationships/notesSlide" Target="/ppt/notesSlides/notesSlide2.xml" Id="R8153c357646e4b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3722c741f4100" /><Relationship Type="http://schemas.openxmlformats.org/officeDocument/2006/relationships/image" Target="/ppt/media/image3.png" Id="Rdb5401a8fffe4f71" /><Relationship Type="http://schemas.openxmlformats.org/officeDocument/2006/relationships/notesSlide" Target="/ppt/notesSlides/notesSlide3.xml" Id="R0aea9f42d8d649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977d4ddf204743" /><Relationship Type="http://schemas.openxmlformats.org/officeDocument/2006/relationships/image" Target="/ppt/media/image4.png" Id="R63b876bd7b4549cb" /><Relationship Type="http://schemas.openxmlformats.org/officeDocument/2006/relationships/notesSlide" Target="/ppt/notesSlides/notesSlide4.xml" Id="R7f757acc9ab042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c0ddef31d46a8" /><Relationship Type="http://schemas.openxmlformats.org/officeDocument/2006/relationships/image" Target="/ppt/media/image5.png" Id="R20affc7b802f4d4c" /><Relationship Type="http://schemas.openxmlformats.org/officeDocument/2006/relationships/notesSlide" Target="/ppt/notesSlides/notesSlide5.xml" Id="R658289678f8b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dc11b675e4954" /><Relationship Type="http://schemas.openxmlformats.org/officeDocument/2006/relationships/image" Target="/ppt/media/image6.png" Id="R54713fd91cf14900" /><Relationship Type="http://schemas.openxmlformats.org/officeDocument/2006/relationships/notesSlide" Target="/ppt/notesSlides/notesSlide6.xml" Id="R661384b9001247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ae75376714f70" /><Relationship Type="http://schemas.openxmlformats.org/officeDocument/2006/relationships/image" Target="/ppt/media/image7.png" Id="R1fbcbc9f1eda47ee" /><Relationship Type="http://schemas.openxmlformats.org/officeDocument/2006/relationships/notesSlide" Target="/ppt/notesSlides/notesSlide7.xml" Id="R4641f48c68d84e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dee5f4b5e4951" /><Relationship Type="http://schemas.openxmlformats.org/officeDocument/2006/relationships/image" Target="/ppt/media/image8.png" Id="Rb33c41394d0d487a" /><Relationship Type="http://schemas.openxmlformats.org/officeDocument/2006/relationships/notesSlide" Target="/ppt/notesSlides/notesSlide8.xml" Id="R27bd7a765711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84e1ad80ab49ce" /><Relationship Type="http://schemas.openxmlformats.org/officeDocument/2006/relationships/image" Target="/ppt/media/image9.png" Id="R44dde2c57e854be3" /><Relationship Type="http://schemas.openxmlformats.org/officeDocument/2006/relationships/notesSlide" Target="/ppt/notesSlides/notesSlide9.xml" Id="Rd44007e096c24c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8c3133251e4729" /><Relationship Type="http://schemas.openxmlformats.org/officeDocument/2006/relationships/image" Target="/ppt/media/image10.png" Id="R4cfa6bac94304744" /><Relationship Type="http://schemas.openxmlformats.org/officeDocument/2006/relationships/notesSlide" Target="/ppt/notesSlides/notesSlide10.xml" Id="R5b656f12b5b148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6c4f5222ab4946" /><Relationship Type="http://schemas.openxmlformats.org/officeDocument/2006/relationships/image" Target="/ppt/media/image11.png" Id="Rd7d257398de3490f" /><Relationship Type="http://schemas.openxmlformats.org/officeDocument/2006/relationships/notesSlide" Target="/ppt/notesSlides/notesSlide11.xml" Id="R64d04e26d2d546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aced56787e4a10" /><Relationship Type="http://schemas.openxmlformats.org/officeDocument/2006/relationships/image" Target="/ppt/media/image12.png" Id="Red37460306764537" /><Relationship Type="http://schemas.openxmlformats.org/officeDocument/2006/relationships/notesSlide" Target="/ppt/notesSlides/notesSlide12.xml" Id="R85d207018ccc40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1D5AB-E53C-478B-B8EF-712C75F3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d23655ed146f1"/>
          <a:stretch xmlns:a="http://schemas.openxmlformats.org/drawingml/2006/main"/>
        </p:blipFill>
        <p:spPr>
          <a:xfrm xmlns:a="http://schemas.openxmlformats.org/drawingml/2006/main">
            <a:off x="552450" y="43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40E57-1EB3-4A9E-9E2E-E9BA176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87B39-6DED-4041-8569-6E695789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43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B8D7B0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B8D7B0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4C3DC-990F-4180-9333-BEF8684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19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TerraNexa: foco de execução a partir de 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5AA86-044A-441C-905D-E0086C41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8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8D2"/>
                </a:solidFill>
                <a:latin typeface="Aptos"/>
                <a:ea typeface="Aptos"/>
                <a:cs typeface="Aptos"/>
              </a:rPr>
              <a:t>O app já tem base funcional. A prioridade agora é colocar em teste real no campo, validar GPS/offline/mapa e só depois expandir módulos gerenciais.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13DEB-9666-40AC-8852-BCC7311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C6ADF-B2F6-417E-B562-41EC6A3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Base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552C-EEB0-4961-8833-DB618626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rP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958B1-659C-4624-B6EB-19144CE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DC5C4-CBC5-4FBA-B51F-368F73E6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57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9C2DF-B7A9-4265-A41B-7988BADE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434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rPr>
              <a:t>LEAFLET + MAPBOX/ESRI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4C377-CE39-4C2A-A8AB-841D1FB6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C9D48-A304-4930-983B-E1CF34B5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Banco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539D8-1379-45B8-B3D5-56EA46D7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rPr>
              <a:t>SUPABASE MODELADO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AB803-8823-4E0B-95FB-73BF5A90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030A8-70E6-4172-B9D4-8E603D46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6F493-8697-4FF9-A84E-313FBA9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434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A8D98F"/>
                </a:solidFill>
                <a:latin typeface="Aptos Mono"/>
                <a:ea typeface="Aptos Mono"/>
                <a:cs typeface="Aptos Mono"/>
              </a:rPr>
              <a:t>GITHUB + VERCEL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9DF8A-3A87-469A-B058-6A391CF9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00150"/>
            <a:ext cx="36766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AA7B5-1F75-4987-BC6D-BA70BB17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19200"/>
            <a:ext cx="3638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94CE0-1224-4C44-A330-AE9AB29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89B54-296F-4C16-A784-59134597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593C8-E68F-4AAA-97A2-5E58758D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B18C8-BEDF-42AA-B57E-015A6400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28AD2-D77A-4BC9-BF8E-A473375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73F19-2C01-4E4C-B111-F7C17754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379EA-F1DA-4F42-A997-97701C52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FCB84-9D10-4FE9-B6F7-89B66086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31445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D4FA0-7B0F-4671-B997-D84B6A6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3641CE-CC8E-44BB-AAB3-82EAE316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95488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E2297-B513-48D6-BA36-3B2F97C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62225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B8D6BE-EC5F-404D-B481-5AF17898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8963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90E31-C7C4-4A99-9BA1-BC3FCA40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58F398-9F3E-4229-94A8-85D976E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332" y="1690497"/>
            <a:ext cx="808863" cy="51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9DB976-E1E8-431F-ACFC-ED8D3A50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794" y="1581531"/>
            <a:ext cx="808863" cy="490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96B46F-5BC1-4552-B487-1F631119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723" y="1690497"/>
            <a:ext cx="808863" cy="490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67EC7A-D34D-4BAD-97C1-43234C20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231" y="2480500"/>
            <a:ext cx="882396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0F593D-4679-4B10-A1C1-AD0F9DA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693" y="2426018"/>
            <a:ext cx="808863" cy="490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D7A495-1DED-4D99-B516-94C097B3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322" y="2534984"/>
            <a:ext cx="735330" cy="490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64B720-FF9B-473A-9DBB-9F4C3AA8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728" y="3161538"/>
            <a:ext cx="808863" cy="435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057147-3E24-4861-A9C4-43935F07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57" y="3188779"/>
            <a:ext cx="845630" cy="435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62A90-61D7-41F6-98A4-4824DC27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9DB8AF-7A1A-46A3-B327-0C93CE92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4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4AF653-0DCC-4CA0-B4BC-376F987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E3616A-CC7B-4075-A532-E084462E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P0 colocar para testar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4AF9C4-1F9A-4CC5-AE4C-D631770D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ECCB1E-FA41-484A-92E0-4AB90D7C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 teste no campo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2971B8-018E-4498-86F5-8F8C3DE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412CAB-E1EE-4D1C-ABF3-71013EE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 módulos essenciais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E0796-0520-40D2-AE95-B2382B72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A380E6-8F42-4828-8A3D-2CE78B7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958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P3 operação real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5BC621-D293-4CC6-BD6D-D71CA7C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C9A185-0A33-4E68-8DF4-66D56921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102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P4 escala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936AD1-CABE-4497-B7B0-2CFB3C8A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DEA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AC0"/>
                </a:solidFill>
                <a:latin typeface="Aptos"/>
                <a:ea typeface="Aptos"/>
                <a:cs typeface="Aptos"/>
              </a:rPr>
              <a:t>Entregável desta apresentação: uma linha de raciocínio para manter o projeto em sequência, sem abrir frentes demais antes do teste de campo.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79BD46-A2EF-40A9-A57C-F00CF70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1382FB-C034-4D05-A7B4-CE2E1E4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executivo TerraNexa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086B89-F875-45C1-85ED-1095BB40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34060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29FEB-8299-4278-8CD3-86AB788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52960-CF5F-43D0-8C9E-32D0631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6B5D-7595-4170-93DC-425C9EF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4a73e11db469c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F3811-18D8-4823-A1A4-9EECF1A4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056EF-F551-4431-9D05-9C63BB3B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2F347-7F16-45A1-A85E-D80F347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ESTADO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B35F1-BD6A-4691-BD77-94C2B632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fundação está montada; o próximo risco é confiabilidade em campo.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36573-135B-4C13-9F03-077C35B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 app saiu de mapa desproporcional para mapa navegável, PWA, deploy e base agrícola. Agora precisa passar no celular, na lavoura.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792FB-A88E-432A-AF92-F48A51A5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428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04A4F-9D2B-4ABB-AC9A-ED137C2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42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21E04-979D-4ADF-9DD8-66EDDA84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124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Feito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4CA5A-908D-495E-9D10-806591D7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Login e fazendas, mapa principal, satélite, polígonos clicáveis, linha do tempo, gerenciamento modular, pluviômetros e PWA.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0E9EA-B890-466D-BD0C-E8E001B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428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ECEF6-F680-4453-A1D8-F35D561B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42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1A927-D7B2-45C6-BD4E-DFDAC831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2124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Agora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43313-0D19-4793-B5A6-21C74AC2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Ajustar ambiente Vercel, validar token Mapbox, testar GPS real, salvar monitoramento offline e garantir mobile tela cheia.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F499B-E723-4CE0-BDC4-7757949A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428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713A3-4C70-4EDF-A0E0-5B7CB048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42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9A5E9-EAF8-4022-92AA-9B5D51F5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124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Depois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F746E-2C6F-46DF-A762-98D5A080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Fechar OS, estoque, solo, chuva, custos, histórico por safra, relatórios e permissões de usuários.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C965D-EA72-47F2-93F4-E8693E69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095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51491-5B48-43C8-B0BD-1946041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Decisão de foco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AB334-FB05-4D19-9B45-9D7E903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0040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Não medir sucesso pela quantidade de telas. Medir pelo fluxo completo: abrir app, localizar talhão, monitorar, salvar e ver a cor mudar no mapa.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1DB5D-0D9B-4BE9-8190-A0001D0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11505-0543-40A7-88E1-69F06B2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P0/P1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EC4DDA-4FD3-4F4F-967E-130EA3A1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97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PRIORIDADE IMEDIATA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075F6-776A-4908-9437-A40125A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04509-7360-47E1-B277-6B9C645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1 fluxo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5D7B2-C0FE-4FE6-88C1-696C28E3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97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TESTE PONTA A PONTA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8411F-072A-4FE7-8192-09C5F689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C62EF-9D63-44EF-AA4B-E292D293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673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campo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0D446-CE99-4BB1-9CB4-2F640D09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197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VALIDAÇÃO REAL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0871AC-2065-4141-9141-EA13D19E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FBCE0-B9AD-4B80-9626-A03D93F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Leitura: o projeto está pronto para sair do ciclo de tela bonita e entrar no ciclo de uso real pelo produtor.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1D81AC-A59C-470D-BCC8-A43797C2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9CC85-86ED-4745-B5A2-1FB60A0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A9DE7-CCCC-4DD6-9001-3D2CAA0F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51465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6CBEA-1152-4734-843C-9299630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2195E-127A-4675-870C-C4294E6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86F04-5A52-4BB7-BB85-869F4B67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401a8fffe4f71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C4498-2505-4F02-9009-790C3C2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B4BDA-5029-491F-BA55-84296ED9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2928B-DCF5-46B3-AFE7-5965CCA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MAPA DE EXECUÇÃO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4CDE1-180F-4075-A84D-9EC12A5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mapa mental vira a bússola: tudo precisa voltar ao talhão como dado útil.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AC68C-44D6-4CC7-BE83-C97D0A3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As fases estão conectadas ao centro do produto. O objetivo é evitar que melhorias paralelas roubem energia do teste de campo.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AAD50-E253-4DFD-8188-A20ECA7C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3429000"/>
            <a:ext cx="111918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AC335-2EB4-449D-9370-59B044E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30670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B93BD-F4BF-426C-B5E1-1B3DE65F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111918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BD9C8-D90C-42C1-A5C5-7B2846E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7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89EBF-A569-4229-8AD7-AB92F9E3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F9FB5-4B56-49A2-B2AB-3DD664E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57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32455-DFB7-4333-8A26-664C06D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524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D9EE7-9783-4594-B27B-0934763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857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E037E-0A1C-490A-8A92-18B16F7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4762500"/>
            <a:ext cx="4524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7EB2B-BA8F-45CB-96D0-8A600C4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10239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419C5-A6B6-4781-B873-083F707A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3333750"/>
            <a:ext cx="666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E43C1-5F46-4439-9D69-30550DD4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3333750"/>
            <a:ext cx="10239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1ECFF-D303-426F-904D-AD0E34DC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43350"/>
            <a:ext cx="109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D7FFE-9FF9-43B5-B97D-561D5B9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4335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92CC0-DC34-49E3-913F-A9441C0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109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209C3-35FE-46EC-B5D6-FA3C9768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05125"/>
            <a:ext cx="15240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3FB36-AAE7-4DFB-891F-6360A032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051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TerraNexa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A1427-651A-4084-99B0-18F53E0E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556CD3-4DE4-4A64-A676-E2F6790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P0 Colocar para testar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D5682-88E3-480F-A7BE-85DF32AB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62AA10-6BF9-4496-AA8D-16F14F35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 Teste no campo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AC02A-F702-406A-B096-658C70F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17663-E928-452E-82CD-0FA91BB5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244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 Módulos essenciais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C656A-E5DE-4B94-B6EA-B033A7B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D944CB-9B6D-4E18-A7C9-5D59738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P3 Operação real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1E9EA8-270F-4833-8772-860DFAB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539982-89DC-4CEB-ADD8-19361F2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P4 Escala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8E06FD-9F11-4D89-B411-88F734BA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0A7456-FBF6-43A3-B691-90C15A60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D1924F-D2E8-4F50-958D-13BCFF65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Login e fazendas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DBB93E-A967-44D8-BA73-F300F8EE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79AB8E-8454-444F-80CA-00CCB800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289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D30E1F-AF20-4CFC-BF1E-389A86B3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09825"/>
            <a:ext cx="1190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Mapa abrindo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637BC7-DE90-4EBD-A02E-5674455E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9F9209-6CD5-47EE-8553-BDCDDD3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1BF3A0-EDF1-40F6-94B3-BEE69055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GitHub atualizado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E1F4A4-CA57-4C54-A375-6FBE75E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33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53842A-11A5-46F4-B962-083544C2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288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EF401E-79A8-4954-BF3D-938BA6B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Vercel deploy funcionando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08A54C-466A-45EF-B4E6-B4DF296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BA8007-E4C6-4918-97F9-9BA7304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337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A9CE4-EFBE-48B3-9284-4B6FDD01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Variáveis Supabase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D97667-54CB-45EB-AE86-254937F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27F14F-68A8-4F48-A3AC-CF9234A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00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F3008A-C3DF-4888-83A2-30125CB0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PWA instalável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EE310C-E1EC-4168-854C-E51D85C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671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EC66CD-940C-4821-94B8-79B7F77F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624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2852DB-F491-4163-BF49-4541E8C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Mapbox ou Esri definitivo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1B73B8-A15C-4190-A21B-B9D1E4B9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5C1F7F-739C-4282-A4E9-1D404BE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05025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372CEB-60A3-473F-9C20-54F6A2E7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Mapa mobile tela cheia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A9954A-5210-444A-A9CA-6F6D4E8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81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6160E0-820D-426B-922F-F8B3965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764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C0017A-630B-4DBD-A031-2F1676C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573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Salvar ponto offline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D776A5-CF08-4E0D-9F4F-52471CEA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57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789BA9-409F-4684-8074-03FA08D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5252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88EE7C-E496-4888-BCA9-703914E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9334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Linha do tempo mobile/desktop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E6F446-5343-4BBD-9DCE-DFACB2E4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AF915B-D27F-4EC8-ABBC-82F215B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240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DEB5CA-1DEB-45AB-9510-C3E6CCAC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049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Cores por dias sem monitoramento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8F9D08-1503-4C3B-B960-C5D84997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8600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01F0E9-F605-4A7B-B672-3E547D4A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81275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253DF0B-166D-4ECC-B458-D2CFE617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62200"/>
            <a:ext cx="1285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Monitorar talhão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8EF377-849C-4B24-85C9-7449C56B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9ABDAE-3BB3-4F58-8648-C3AC7B9C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27689C-16E7-4340-997C-4AFFCE81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GPS centralizar produtor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75F65D-6919-4B43-AE33-9DD7C3F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29150"/>
            <a:ext cx="1000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6085D69-17DA-4CCC-9A1E-C0093662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24425"/>
            <a:ext cx="100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D581B9-710E-4F24-B994-2E7AF1E8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05350"/>
            <a:ext cx="809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Talhões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72CD2F-003A-48BA-AA83-C636FF8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DEF514-1208-47C6-B90F-1774A8CC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149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AA46035-795C-4D05-B475-E9F95027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959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Pluviômetros e chuva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9D53F4-9DD0-45DA-B5ED-301A96D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97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ADC675-1500-4EDA-922F-AC21CFC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150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9E291C-F1EA-483F-8EFD-BEC16F6C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959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Solo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F64951-4251-4A9E-9496-995F71DF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626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A603A5-FE3F-4998-A361-9DE93311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5792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5F99E2-B3D3-415C-9AA0-CA233565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388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Estoque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87218D3-D82D-4131-9B1B-8DA66D83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657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7A12AB5-19E9-4111-B2C6-0C5C29C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5312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4CADEF-3373-4EBC-9CCA-6AC36D1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340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Gerenciamento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077F758-86F4-40C0-960A-9EAB4DAC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98A48BA-FD61-4C23-8891-0035C43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149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26760A-7384-4980-8725-91CC928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959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Ordem de serviço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58FE2C5-FB81-4668-9E65-82D215A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109756-6245-4C94-A8C7-D7A3D0E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2427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690DB8-A9BE-45C1-8583-D78038A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Histórico por safra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E3C89A-8E26-4E89-8B02-EEF31C99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710D58-2983-4B8D-973A-891FD938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91025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0F02E9-9312-4DB5-A445-72680DC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719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Relatórios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50988D-E21D-4F60-9892-0662B597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003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80F388-C7F6-40B1-AE69-116D881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956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40902FA-B7D2-458C-AC27-C615F4F3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Alertas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9C0AF5-5246-4E2A-AE56-587B5095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899881-0871-46D1-A9E6-041A65E7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2427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10ADDD2-3E46-479A-A817-117A16E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05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Custos por hectare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65CDA4-A37F-4326-A61F-E002C32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957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8EFF8EE-CF93-49E0-BD43-B822D801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91025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93F228-52DE-4D59-837B-99395EBC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7195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Permissões de usuários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A1757E7-AD33-4636-BB52-1F408CA8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F6E0C30-59F9-4A57-937E-08855FD3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899824B-FBC7-456A-B40D-3C01BDE9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1285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Plano comercial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193B4E2-412F-4BF8-90ED-07184E7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F4A3BFE-0497-4A15-A74E-B58F977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48275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0E21F4A-4859-4008-BB1F-FD1EA58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292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FFDDD04-382D-4355-BD75-E174FC58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572125"/>
            <a:ext cx="904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6B2380-5DD9-4D1C-916F-F20575D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86740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DC5BBF-80EB-44BE-8EBC-B84CA132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48325"/>
            <a:ext cx="714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D5E1AE-50E0-4BCA-B560-7F8A8A3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53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E2EBBD5-2A98-42F4-AF25-22ADF0BD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482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9549B1-F039-4B02-BEF5-4F44355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292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Domínio próprio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7374D38-6C65-4042-B96A-AF62D939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B17588A-37AE-493A-80C2-223004F4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18F3143-C73A-4F8C-878A-F6C519C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6256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623CE-1B56-438D-97B9-A6D47093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13A70-96F3-4A98-8732-2D9FC16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56E6A-E01A-4CF1-8188-A6AB08F7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876bd7b4549cb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0287A-1CB7-4E0C-B10F-14A4A7E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11A40-EE45-458F-93D3-EDA8F36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5A245-1669-4B53-9512-FC33A37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P0 | COLOCAR PARA TESTAR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7C8F0-35D7-4C44-8969-15776F26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Antes de novas funções, o app precisa abrir e atualizar sem atrito.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DC5CF-F460-4EA4-AC25-656256B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Esta fase é o portão de entrada: se P0 falhar, o produtor nem chega ao mapa para testar o valor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8C812-73F6-43DA-B9D3-68EC472A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A871F-37BE-45B6-BC08-565C2FA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Checklist de liberação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9E160-4DAB-42AB-8F44-2E7655E2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6FDC2-1624-4D28-BCE1-7C33C9D2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prioridade agora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86D9A-B359-4DD0-B591-E526F1EF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9525">
            <a:solidFill>
              <a:srgbClr val="3D8A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3991B-E2CA-4314-AE71-B9C5378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337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332CB-E182-4F75-A37A-EAEBA11D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337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GitHub atualizado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F4C06-C7EA-4B0A-875E-9E3C4A10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código principal versionado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9F9C6-6953-4E19-A73E-70711657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9525">
            <a:solidFill>
              <a:srgbClr val="3D8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21248-054F-4B7A-A9D3-1345AB7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338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FD3DE-A5D8-43AE-BEFB-124046EA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338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Deploy Vercel funcionando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9B76F-150E-46F8-8C8B-3972505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243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produção abrindo em domínio Vercel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EC4EF-309D-47E1-9F06-A91857C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9525">
            <a:solidFill>
              <a:srgbClr val="3D8A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739A3-0012-496C-8215-D0BA9D9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338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C36B6-5F09-45CC-8491-45003F5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338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Login e fazendas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2B85B-911E-450A-B7D5-94B6228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entrada simples para teste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C2BF8-BDBE-4885-97A5-DF6320F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AC5DA-6D6B-4BD5-9E1B-D374D4D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33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Variáveis conferidas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03B85-1EDD-476D-AFD3-4F98045B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Supabase e Mapbox no ambiente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96549-E0C5-42F1-8A94-F1004A49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A73E9-F3A9-4DF3-B9F9-4AAEFD85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339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PWA instalável no celular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D2DDE1-DEC0-4A05-B57C-07F60A01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244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ícone TerraNexa e tela cheia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10537-4E23-4398-8AD4-0E90D6E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381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22F33-AC80-45A3-8D58-806DF32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Regra de conclusão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F6AAC-FDD4-42F2-8518-8F7BC7F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323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D2"/>
                </a:solidFill>
                <a:latin typeface="Aptos"/>
                <a:ea typeface="Aptos"/>
                <a:cs typeface="Aptos"/>
              </a:rPr>
              <a:t>P0 termina quando qualquer celular autorizado consegue instalar/abrir o app, fazer login, entrar na fazenda e ver o mapa carregado sem configuração manual.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C75ABD-14B7-46D0-998F-90B1E4D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B20AF7-362E-4A3D-B882-A1B6860C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EA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EAC0"/>
                </a:solidFill>
                <a:latin typeface="Aptos"/>
                <a:ea typeface="Aptos"/>
                <a:cs typeface="Aptos"/>
              </a:rPr>
              <a:t>Não avançar para novas telas se o ambiente de produção ainda depender de ajuste técnico para abrir.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C08AC-E486-41BC-8035-0447145E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B91E81-CC32-4C72-B75F-413576F2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15BFA7-E301-4A3B-838D-8332B57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4676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1FAC4-9D87-4268-9EB9-36CC93D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5351B-50DB-4F1F-9966-C090CDD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02C0A-32E7-4687-9A6B-BAAA63D0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ffc7b802f4d4c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5DC46-3D31-41C9-9446-6562F364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69948-01A6-42D2-AA12-046D4A1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2F2EF-34A4-4C03-98D3-C91B4164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P1 | TESTE NO CAMPO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14CF9-C8DE-4163-BF41-CED84CC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teste real é mobile: mapa tela cheia, GPS, offline e monitoramento.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B26D4-575F-4CF7-A01F-43B2F3BE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Esta é a fase que prova se o TerraNexa funciona na lavoura, não só no computador.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D2A55-61F8-4EDA-96F7-D78C5F7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807D4-436E-44C5-A7E6-E57BC0E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9624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B237F-9C5D-455D-A19F-2C655330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39240-A252-4D61-A9A6-61D161F6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14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C9E1B-0F3D-4871-8E72-6B65217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329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C170B-773B-47BC-968C-5B2D7166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843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DB6E8-7ED0-4660-A679-F584FC83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357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CF573-DA23-4D66-BF37-88BB2C44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A45FC-C9D2-461E-8B8B-4CD62E75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386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3C6A1-1B0F-4E2F-A383-C952F942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0239C-3465-4402-9036-1C898B41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E534E-4C71-47F2-A036-8DB1708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5663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717DB-BFCA-47DB-B794-05A9AB9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EAEC5-B61A-4376-B318-8D268B9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7688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DC5DE-C117-468A-8CB2-D85F013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1A946-052C-4249-988A-61233F9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" y="3114675"/>
            <a:ext cx="88011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267C5-55FF-42DA-B0D3-A3E4BDF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" y="3264694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2A9BE-ADBD-461C-9B05-62F283E9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" y="3019425"/>
            <a:ext cx="88011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C75AB-D58E-46F1-A7B4-87E88208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35" y="315753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4BDB2-A3DA-4653-A7B0-7FE5C870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160" y="3114675"/>
            <a:ext cx="88011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74630-05B1-4444-919C-35B4176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665" y="325278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0986E-BF2B-4E55-A770-252A4E4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" y="3805238"/>
            <a:ext cx="960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12B97-64CA-4F97-AF7E-350C8B47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" y="3967163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15245-CBF8-47F0-9D15-EC02D413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57613"/>
            <a:ext cx="88011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7394E-96DF-4224-90D3-0B72228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38957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FF21E-F44A-4F49-8856-BA69D3E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190" y="3852863"/>
            <a:ext cx="800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0FF22-6B3D-4CB9-A059-FCB4949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690" y="39909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8A22C8-CADB-4C07-96B5-0D6BEDB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010" y="4400550"/>
            <a:ext cx="8801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E91638-1826-41CA-866B-B41949EF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515" y="45148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0681CF-9D5E-4809-B8D9-D4342FE6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424363"/>
            <a:ext cx="92011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5240">
            <a:solidFill>
              <a:srgbClr val="E8F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0E62A9-5434-4CE8-8A56-614A31D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648" y="4538663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09A9B3-7461-4512-98C9-259BA96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238CFB-95D6-48D7-AE43-17512D4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4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CAMPO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6E5826-9860-4921-AFBD-E8C3795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2E7B01-E2A2-42B0-AD44-30D552F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5807C8-5C1B-45EA-9406-F486516A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718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888E61-85A2-4018-A460-71FF0B36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480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F036A4-FEB6-4AD6-B68A-E783F11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D6C55B-4F8B-41A3-BA7A-527A3CBC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D8EA41-BC5F-4113-B221-1774748E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925">
              <a:alpha val="80000"/>
            </a:srgbClr>
          </a:solidFill>
          <a:ln xmlns:a="http://schemas.openxmlformats.org/drawingml/2006/main" w="9525">
            <a:solidFill>
              <a:srgbClr val="A8D98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E0EBB7-9760-4B86-8F5A-9EC3EB96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33875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DEAC0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CDEAC0"/>
                </a:solidFill>
                <a:latin typeface="Aptos Mono"/>
                <a:ea typeface="Aptos Mono"/>
                <a:cs typeface="Aptos Mono"/>
              </a:rPr>
              <a:t>TALHÃO SELECIONADO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253DC7-C2E3-4696-A8A9-8A8E2D1D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05325"/>
            <a:ext cx="119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A01 · Soja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A73734-9F54-4951-84ED-571CDA76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AC89E1-7E9F-46D1-9265-7D22319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Monitorar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0BAF3D-08D5-4FC5-A632-4F55C431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914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FB2BA7-8F52-4526-AAD4-C008F547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2B7483-2632-4FDD-81B5-799EF9D6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Abrir no campo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BCCE7A-8965-4C9A-81A0-9BFEC45A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624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PWA em tela cheia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AF8F0C-3A4D-4162-AB3B-6FA7E40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59195A-2BB5-4BC8-82D4-5EE1E06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914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83A5D9-4266-437B-9FE2-EAC881B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FA9BB7-4CC8-4969-B4E4-FEF3E6D3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Centralizar GPS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02788C-AEEA-4398-A964-D0B2F3F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posição real do produtor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5CCCC0-C965-45F6-B84C-9DC92948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D0A056-E511-408D-BC0D-213D567B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914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26BEB0-0C30-4869-ADEC-16935912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84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8A84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064F55-E5D8-46DA-9F53-AF19B6D0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004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Monitorar talhão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1DEAF5-0E3E-4CD9-8E1E-854D4BD1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624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ponto ou caminhamento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C5753C-E91E-4947-A2DB-D66334FB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8AB8D4-A640-45D4-BE1B-1528D0D7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914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41F430-F0A2-4F6D-926A-594D771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84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8A84C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97628E-7269-4FA7-88F9-795CB19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04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Salvar offline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A32B14-E0A9-479B-91E0-3B21388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24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sem depender de sinal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5784DB-04B8-4A87-9A11-80AA49EE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004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16B908-646A-4E13-BBD2-BEA9C04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914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B5E0FD-6E0C-4F1C-ABDE-96BFFBB0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A3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85A3A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BAC084-0EEE-41E9-A96B-8000A670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004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Atualizar mapa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F3AA3EF-0695-4039-87A7-1131C378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cor por dias sem visita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F14B6B-60BD-47CC-B595-D5AFC297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381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AFAE7A1-04E3-44CE-AD19-6BFDD3C5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381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9F0EC8-D61F-4011-9710-BCA84C48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Critério de sucesso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6001B4-D45E-49FE-A893-C83CC77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76850"/>
            <a:ext cx="3505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 produtor precisa conseguir clicar no talhão, acionar Monitorar, salvar o registro e enxergar o efeito visual no mapa.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9BEFB1-E79E-49FA-980E-5C5A468D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84BF10-7FBC-49EB-B463-178B9CB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4A1F69-DC80-4FEF-9FDE-5A2740E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5200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321EC6-6C00-4398-9195-7AFBB150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ED84B-E387-4C1B-B9CC-B8EE6B8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9994F-3352-495D-96FC-6300BE46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13fd91cf14900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18E5C-DCA7-4C7E-9E7A-DA1EF29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E1A8F-9E8F-476B-BDFD-BDC1D15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F746B-3FB6-44FC-9188-9B6192A3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P2 | MÓDULOS ESSENCIAIS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CA756-AA5B-416A-9B52-995F4EF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Só depois do teste de campo, fechamos o sistema mínimo de gestão.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26641-A1A3-4E82-B1F2-4C25DCE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ordem importa: talhão e monitoramento alimentam pluviômetros, solo, estoque, OS e gerenciamento.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3D319-414A-4F5F-AD5D-30711670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6886D-EF60-4627-97F0-C3534439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Talhão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B7460-B23B-442F-9D97-42B6555A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DEA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DEAC0"/>
                </a:solidFill>
                <a:latin typeface="Aptos"/>
                <a:ea typeface="Aptos"/>
                <a:cs typeface="Aptos"/>
              </a:rPr>
              <a:t>unidade de 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567A2-C3F1-4391-80B9-7C481CF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3162300"/>
            <a:ext cx="1662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0E086-2BA2-491F-BF4A-376E8F4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3048000"/>
            <a:ext cx="47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628B7-0E80-4E64-8366-60BF13F2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48000"/>
            <a:ext cx="1662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D0D6C-EF8E-48BD-A7DF-DC47BEB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56827-A7DE-470A-A9AB-EB7DBBD3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4B041-311D-458A-B463-0FED25A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19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Cadastro de Talhão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BC4E8-CD47-4CA9-8A40-A0D68F0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623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área, cultura, limites e safra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74A4E-AA05-4031-9281-71D315FA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12430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1E666-4527-4DCF-868A-97244DA9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27622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BCD78-9246-4304-99B2-D40A9A34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2762250"/>
            <a:ext cx="12430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CAE55-5430-48E7-9712-B1EA629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A8F5D-B6E7-477D-A1E4-99DDED0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57A67-47A3-4F89-81A3-4B2EA8C8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Pluviômetros e chuva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108E9-8426-480A-B3E0-671D019E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765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registro por ponto e mapa interpolado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DC822-D66A-4C33-9213-256C3EF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1481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991E1-F10D-4E31-8842-76C1C320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31623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E843D-C7C5-4A72-8433-0A4FE4CD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4257675"/>
            <a:ext cx="1481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60990-8441-45CE-9C35-AC1055F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A1CCB-1FF8-4C4A-8ADD-0C417DD4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17E0F-9CC0-4BC0-8F28-9DB16E6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Solo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0810CF-42CA-479C-9782-97A2BB76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7197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amostras e histórico por talhão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39348-8C6F-44F0-9A97-1D611DDE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47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277143-6719-494A-8885-4AA2936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1623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D71A89-6C84-4AE0-85F6-216C1C94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5257800"/>
            <a:ext cx="47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DBD15B-21EE-435A-AA6F-64D1E96B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F6B24C-2C5F-4F41-9059-01A07406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768449-D750-4010-9CBB-9ADDA03B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292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Estoque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0E3DAD-544A-40A4-BFC7-622AEE80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72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entradas, saídas e mínimo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71CB39-D6D2-4233-8165-911AC63B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3162300"/>
            <a:ext cx="1662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F9BDF9-5BE3-4569-B0A0-028B09C4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31623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87F22F-85FE-4705-886D-B72E47A8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95800"/>
            <a:ext cx="1662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B01B79-E010-4E68-9EA4-7B72FCDD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B602A0-F8AD-4451-90DA-1BB92B54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3955AD-62DB-4EBA-BB9B-FA247BC8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672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Ordem de Serviço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CB3193-3FA4-4B6D-996A-7770D492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planejar, executar e concluir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30BB74-3283-4937-B9C2-AED40353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88" y="3162300"/>
            <a:ext cx="519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630D78-C040-42DE-B932-A13A0E02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88" y="22098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908BDA-1ACD-40CF-9411-B712E51E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09800"/>
            <a:ext cx="5191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531BF4-A65A-454C-BF04-E860573C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06DC4F-BEAD-4ADF-A302-4EEC1A01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D87AF6-FC23-4183-8FF8-FB809E07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812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Gerenciamento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8430C1-57E0-459D-81C8-82FF8BA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24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configuração da fazenda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739086-03CE-44FF-AF5F-105821F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10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06D60C-3D24-4D46-B465-B59705FD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05500"/>
            <a:ext cx="561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 P2: operação agrícola mínima, sem relatórios avançados ainda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713A4F-98C9-414B-A37E-D4F30E5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6FBEE7-A1D9-4140-B21E-91CE4B2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ACA573-B3F0-49D9-93B5-DE2B444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71758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46D4A-53F3-4A99-8341-489626F4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615B-2415-4D1D-8F17-73B1AFAE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B687B-AE7F-40E8-8A36-24219619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cbc9f1eda47ee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0F079-C4DE-46DB-9C05-1BE7CD65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5DE81-9B87-40C3-BEB1-E11E9A9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2C20C-1471-4BF5-BFB8-AC0D1CA4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P3 | OPERAÇÃO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332A1-D3FC-412F-B4C0-E66764A5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OS deve virar o conector entre planejamento, custo e histórico do talhão.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F9C49-912D-42EB-A997-F448A0E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Registro de operação separado sai da página gerencial; a operação nasce e fecha pela ordem de serviço.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3A495-FF8F-4C4B-854D-18299599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7927-87A9-4056-8B4E-D7E3BE3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821F3-24FE-4D94-8798-F4EF73A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Planejar 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D8EB0-3938-4292-A03A-46E0FF61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talhões, equipe, insumos 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71108-C6E6-466E-9175-3D5B7D42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D6B94-0015-46C8-95C1-14114D2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E03A8-A7BD-452F-ABA2-D2F10873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43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306E4-A558-4C4A-8ED1-FEC3D7F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8AEE1-1BA5-46FD-A93F-01DEED4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ACAB6-DEE7-4A72-8F9D-1856FCD4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Executar campo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768DB-7EE1-4A29-B14C-6AD4165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671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monitoramento, aplicação ou manejo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CF4B7-3F45-49D6-90DA-B5B71CB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243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889D0-5BE7-4CEA-97D8-9B1FB23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005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8A84C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E8A84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570FC-898C-4060-AFE7-6BCAC760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43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725948-E0C6-4C82-951C-313085C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35502-E181-4165-B7C7-1C0B55F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982E5-EAF8-440F-B834-EB834BAC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Concluir 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699F6-814C-4339-B036-C8605422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quantidade real, custo e evidências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ADCEA-C316-422A-BCC3-A31537C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AED5D-B1E2-40C6-B37E-CDAFDA7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A8A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4A8A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D63F66-01A2-472B-8DE9-F6CE6DC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C28503-74B2-40BA-8736-31783CFB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69270-19A9-4C8C-B6C5-A6FA1E3E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9990B-C9CA-4B17-A283-BACC7C20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Virar histórico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D520EE-4321-40B0-828A-5830B9DD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71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safra, custo/ha, alertas e relatório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904EA3-CFA2-4314-A8FA-B77B35A1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8E869C-E94F-464E-A2BD-33AF17E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005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071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0714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854C6B-186A-43D2-8E7A-811A918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CB9FD-E3DE-47C6-99EC-91725BB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Prioridade P3: liberar depois que P1/P2 estiverem estáveis. Relatório só tem valor quando a origem operacional está consistente.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6C4D2F-7348-46F1-87B7-D017CFBE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B475D0-0C8E-43BC-AC25-1AE3710E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971651-A693-4F02-B1A6-E3F0D44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3959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76CE0-7086-40F3-A4DB-6139CD07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78CFC-A6DB-4E66-BED5-D69B5F11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EC6EA-A913-4CA6-B4F6-E0BD0D4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c41394d0d487a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6862B-2A6E-4746-AA66-A69D81D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DDC69-61CA-4F19-B090-DBFAE80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1716A-C0FC-4846-A582-9E771C3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P4 | ESCALA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0B7FE-F823-4C62-8C2A-A3990725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Escalar antes do campo estar validado aumenta custo e confusão.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30DE1-A91A-48C7-9FAF-09A43071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Plano comercial, domínio, performance e backup entram quando o uso básico já estiver provado.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ACADE-E56B-43D6-AC16-DF3FD6C5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AA149-C949-4F9D-86CE-E0DFDAC9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E4731-9DE6-49E9-B207-F6332271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1DCD1-E55E-4EEF-A319-8A9B249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95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Domínio próprio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814BE-2287-4190-88D2-1C8661C6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24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marca e compartilhamento profissional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8BD9F-2520-4561-AD02-10EB0BD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9D426-B683-4E77-B597-2E7688E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D4078-5B27-4ACF-910E-2678BE0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196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CC446-E01C-4403-BF5D-3815140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00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Backup e segurança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01A6F-20C6-45A3-8574-B42F4907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29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rotina de recuperação e proteção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888FD-2C2B-4CD6-8235-5432CA72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57B7A-E247-4824-8669-B8A82932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DB1A0-8CE1-462D-84E3-E9E19851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E468C-975C-453C-A831-7AD40B1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E35EC-5AA3-42A4-853A-909BA1B0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mapas grandes, celular fraco e sinal ruim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26326-B337-4C04-B01A-8E8899D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4EC5E-BACB-4983-8290-140006B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6A6DE-1251-4114-A216-3C6DE553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75E1D-47E8-4760-9FBC-8142D82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Plano comercial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21E325-DBA0-4A95-9A7D-70EFFE77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piloto, preço, suporte e onboarding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94972-A5AC-45C1-B9EC-4661A85A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57450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C6726-9E23-42A3-9810-4FF9222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574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B6276-239A-4171-BDD8-CA42CE6E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289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Entrar em P4 somente quando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FC2BE3-8656-4748-9023-3AE3BC2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9718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P0 e P1 tiverem sido testados no celular real, com GPS e monitoramento funcionando na fazenda.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CB6736-7788-4D6C-879A-0727BFDD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BAF28-4015-42E9-9FBF-769A67E7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C43495-EAD9-4E65-ADF7-473CEC96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Evitar agora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A9F1A8-CE23-444F-8992-0DB58DA1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Criar plano comercial antes de saber se o produtor consegue usar o app sozinho no talhão.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FE44D-C982-44E3-9E42-1A30B4B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E3F80-F627-41A0-9246-875E3CF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69E019-5CE7-492D-8300-B7F45E68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3582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334EC-E1CC-413B-90B9-D2423D62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30205-F032-459B-A22E-71FDBDCA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09486-C64A-4229-B622-E5787B5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de2c57e854be3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A3340-E9C6-437B-A423-77312B5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0F39A-865B-4A2F-8838-1BB83D38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E7905-4FD4-4346-879B-AA969B38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PRÓXIMOS 14 DIAS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3E9E5-A778-4260-B358-8CE758D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próximo sprint deve provar um fluxo completo, não várias partes soltas.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11943-5E59-4404-90C9-FEDA832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sequência abaixo mantém o projeto testável e reduz retrabalho antes de abrir módulos maiores.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DCB3D-041C-47D7-AF86-DF6575E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71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B7B7A-F58C-4D15-B3C6-B5189F5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0D44F-0C72-4F72-B1BA-CC635CBA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9AFBB-994F-45B4-BBA2-772767F0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Dias 1-2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1C549-B657-4966-A57D-2B7E5646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Ambiente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8D08A-00FE-4624-B1A2-D305EF51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Vercel, env vars, Mapbox, PWA instalável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41046-B183-4E4D-A1CB-EC8E4F8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B5905-85E8-4697-82AE-1D185316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42FC3-76A0-4AEE-97C7-9DC24706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15916-B96F-4BAC-B3FF-2AD9FD27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Dias 3-5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709BE-BBB6-45DF-AD46-AAC587B2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528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Mapa 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EAA4D-B3CA-4E25-96F3-6FCB015C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860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tela cheia, pinch zoom, GPS centralizar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A4E3E-5345-46CE-8857-9F43ACF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70D1B-29CA-48BD-8BC8-E6A8C38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C7F62-A937-4BB5-A3FA-DCEF2F8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D211F-3274-4FEA-9AED-CCED9AFD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Dias 6-8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B8828-A964-4917-A631-797BE0A6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528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Monitorar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44FAC-D35A-4624-A794-5D9D904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permissões, ponto/caminhamento, offline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E93B5-8059-47E8-AFDA-891893B0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22CC3-9545-4EFE-A764-00A8B290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757F4-19DA-4650-9E5E-CC7D37B1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64DE0-35D2-473F-84F9-0E8487EA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623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Dias 9-11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94DD3-1DC6-4834-A0EE-5DF3A14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528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Status 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BD7BAE-F67C-461E-B257-409AAEE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cores por dias sem monitoramento no mapa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F0A5B-D027-47C9-BE7B-BF9A6FF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2A4CC-685F-4834-92B5-49FA267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09BE6E-BAC5-4CF2-BD2E-9F7A460A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B9D637-CE41-4539-8CC4-F405CC0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623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Dias 12-14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D4219-4AB3-4E7C-9924-A1BB27C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528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Teste real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41E4FA-117E-45FA-9281-BCAE20E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3860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produtor abre, clica, monitora e salva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0BB836-1E7C-4FB0-835E-D4FF5177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714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5A891A-122B-4D80-8746-31DAE2C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578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BE58A-C37B-4D38-A216-6D6E1D0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Entrega esperada: uma visita de campo registrada e refletida visualmente no mapa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6DFFC4-5E69-4279-B45C-2ABB282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2D29A5-80AF-4B46-A12B-889D22A0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952949-C9BC-45C4-81F8-D1DB232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08020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64D9A-FC2B-400D-A206-9258E27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5E81-D3A1-41FA-8F73-6D72E609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01E43-82E6-4513-BC5D-D226AC9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a6bac94304744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53BA8-1FEC-4776-8DB3-1C623AE5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D228D-197C-451D-9D25-FD07826E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228E3-0CA1-412A-89A9-92FA420D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REGRAS DE FOCO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7AFD3-5311-4078-9039-2C5E5C0A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projeto precisa de limites claros para não se espalhar.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BF8ED-AAB3-4AED-B094-B9770C71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 foco agora não é ter mais telas; é transformar uma visita real em dado confiável.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69C19-4B5A-407B-8A37-A53E6F9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7F0A1-5859-4950-9751-3B6B730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65EFD-8F4A-4609-80A0-65FD09F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Focar agora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63A77-60A9-4C1E-BDB1-7CC9371D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P0 e P1: deploy, login, mapa, GPS, monitorar, salvar offline, cor por atraso e timeline mobile/desktop.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46FA2-0824-45D1-9E24-A94E2A4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75DEC-ECC8-4446-BA93-848FEA4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78DE9-7B0C-42DD-B59C-46EEDEE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Aguardar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5AEC4-97A0-4732-A98D-445C6445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Relatórios avançados, permissões complexas, plano comercial, múltiplas fazendas piloto e automações de alerta.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912DA-EF1E-468B-B37E-74EB795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30FAD-AE12-46BE-A9F3-5557A9A9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CCDAC-D80B-4463-946C-59ED561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Medir no campo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418B-0F29-4A47-9DB3-1991FA53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Tempo para abrir o app, precisão do GPS, clareza dos botões, registro salvo e entendimento da cor do talhão.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A9F4F-B4C2-4BD7-9EAE-DE6324BD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BD2F7-010E-4D79-8747-EB4A13F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Regra prática: se a melhoria não ajuda o produtor a monitorar um talhão no campo, ela espera.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2AB13-51CA-4E71-BF72-725F660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D09E9-083B-4B59-905A-DF9C37A7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3B551-44CB-4409-8992-BF0A9994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62105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13B11-1D93-4C35-AF87-43886B63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82133-4903-474C-869F-B3D6CDB4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67925-516E-4F80-9403-9EA35F9D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257398de3490f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7F505-21A0-4D07-BA92-C4B5824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6C2E-A845-49DE-8FD8-AF9C9EAD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A1E7A-87A9-4C72-BC2E-B9B159B9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LOOP DE SUCESSO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4E5FC-FFF2-402D-B552-C454D99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primeira vitória é simples: um talhão monitorado vira decisão no mapa.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20A08-9C04-4846-861F-60DFC561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Esse loop é o coração do TerraNexa. Todo módulo futuro deve alimentar ou melhorar esse circuito.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A5155-5006-41E3-88F2-04C9A74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D316B-85DA-4590-B7FE-E86D8B56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7657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Talhão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B5070-1BE5-4478-9748-C98E8794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575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DEA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DEAC0"/>
                </a:solidFill>
                <a:latin typeface="Aptos"/>
                <a:ea typeface="Aptos"/>
                <a:cs typeface="Aptos"/>
              </a:rPr>
              <a:t>centro da decisão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3ADE6-8465-4869-81DA-437947B4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3381375"/>
            <a:ext cx="14525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78C10-E56E-4D7E-BD31-AC1F5B2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26193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6BD7D-817B-4F8F-BE03-441FA349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19375"/>
            <a:ext cx="14525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E2E9B-7028-4A36-ABC7-54DF66C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75B2B-3F00-4EC6-A545-7188CCF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Mapa abre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6B6D1-314E-47F0-A7DF-14C9F1BC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3381375"/>
            <a:ext cx="4048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3646D-AA9C-43A3-9337-30A449E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907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189A4-44BC-45F3-9513-CF2F8F6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4048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FFEA3-BA7F-40DD-AB79-244611DD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A1CCE-36CD-43B4-B914-3E32509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GPS localiza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B29F8-F398-49CB-BFB8-B1873F4F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81375"/>
            <a:ext cx="9286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0C460-4FD5-4A86-934E-CEF072B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21907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44DE8-422C-4E7E-ACC4-7C28E14F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2190750"/>
            <a:ext cx="9286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DC146-69D7-4671-986B-56D2545D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4E670-606F-498E-AC9B-ECC5B142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6C589-9890-4D8E-8BF7-2E9F162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81375"/>
            <a:ext cx="17859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65AC5-F9A7-4F33-8A5D-E1EAC065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300037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CD6D4-D2CE-407C-BF1A-34AF97F4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3000375"/>
            <a:ext cx="17859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2DAFC0-2500-446D-AD99-0E818647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52E30-438F-445E-B427-7CF13562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Salvar offline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0A844-5F5C-484C-98CC-B134CBB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81375"/>
            <a:ext cx="13096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64521-6B0B-42DA-BCAC-F3FB56A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3381375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280BD6-B898-49CA-838A-73F4571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4791075"/>
            <a:ext cx="13096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48D2FE-DAAA-4120-BB7C-15A75C59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F12D11-9BD6-429D-B2FB-26B2576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 atualiza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3F857-92EE-4E18-AA1E-7532C864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81375"/>
            <a:ext cx="238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FCA9D6-F489-48A6-A05F-048F0907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3381375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CBCF95-C4E8-4D35-A77D-C75A1B9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5191125"/>
            <a:ext cx="238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D6E5B-24E2-4919-8A6D-76604191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1CEFB7-5D4B-47DE-8752-475D57E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48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Histórico cresce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D72C8E-0342-4830-86D5-567DCF34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3381375"/>
            <a:ext cx="10715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A1C70A-958B-4ED6-84AC-534B452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3381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FB55AD-2894-4C99-940E-F96ABFB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00575"/>
            <a:ext cx="107156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D4EDAF-C653-4656-8099-41EA27CA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A60758-DD6A-45D0-AC62-24B9741B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OS nasce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B657F7-A9EB-4D10-8D40-1CB7CEA8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10250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Métrica de aceite do piloto: o produtor conclui esse loop sem ajuda técnica e entende o que mudou no mapa.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AA31B5-3C82-437F-87E2-CDE5D7E8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6E778A-62A9-4AAD-AAF8-50F8F96B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50B83-0F2F-42C0-8A16-D418AA92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85009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E8FA9-281A-4A6B-8E7C-F830F154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62D32-DC85-4F84-BF7A-5204FBF9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EBFB8-DEFC-4AC4-A278-42A06B3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7460306764537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B12A5-7DE4-4AD6-80FE-2694779A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490B0-A1C0-40A5-B56A-892A11BB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91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5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DE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51ADB-40FB-49F1-AC59-A8A502B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PRÓXIMA DECISÃO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236A9-9DCA-4BB5-B487-F36BB0A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próxima etapa deve ser curta, verificável e orientada ao campo.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35FDD-E24E-4000-84DB-75E747A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Se seguirmos a ordem, o TerraNexa chega mais rápido a um piloto real sem perder qualidade.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15C62-F177-4897-AE0B-3CD2D4B6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8B2A3-66BA-4B56-A785-C9386791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F38FF-87D7-4065-974D-672AE36B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1. Fechar 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2FD9D-E06F-4754-A1B5-D0585CF3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362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Conferir variáveis, publicar Vercel, instalar PWA e abrir fazenda/mapa em celular real.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E28B3-D6C6-4511-9FF9-B4EE67A0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99B5D-00D9-4102-B179-12B5705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C5533-1698-4B99-BA26-29CF40D3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956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2. Rodar 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C6849-8327-4EF0-A44B-84F75BFF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2362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Testar GPS, monitoramento, offline e cor por dias sem visita em uma área real da fazenda.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C839A-60B2-4B44-8607-D531019F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B9012-F01B-43FA-96B2-99E0EF13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9A26D-53CE-416E-BACB-2F9AF3E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3. Promover P2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D9D9A-24E0-4E0A-B919-10954AF5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362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Depois do campo validado, fechar talhões, pluviômetros, solo, estoque e ordem de serviço.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CFBF7-726D-402C-9684-17BD84E4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59553-C09D-48CE-BF49-476512F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B93A6-E809-48AF-A164-60756AB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16471-65F3-4218-ABA6-9AA36D73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Foco recomendado: P0 + P1 primeiro. O restante entra quando o mapa e o monitoramento funcionarem na mão do produtor.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76966-FB9F-455D-B8C0-E78B6D2D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0BD4D-971C-44E1-9C52-7E5BAE23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24550"/>
            <a:ext cx="457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próxima conversa: validar campo, não redesenhar o escopo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C8149-5236-46C4-B43E-183A303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88785-BB3E-4493-8805-4B5904A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TerraNexa | fases de foco para teste em campo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66072-85A0-4714-8D34-7DD301F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3545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2026-05-14T23:18:55.1560000Z</dcterms:created>
  <dcterms:modified xsi:type="dcterms:W3CDTF">2026-05-14T23:18:55.1560000Z</dcterms:modified>
</coreProperties>
</file>