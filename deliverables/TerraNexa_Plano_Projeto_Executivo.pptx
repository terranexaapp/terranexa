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1f8803fa6471c" /><Relationship Type="http://schemas.openxmlformats.org/officeDocument/2006/relationships/extended-properties" Target="/docProps/app.xml" Id="R971e47043abd4938" /><Relationship Type="http://schemas.openxmlformats.org/officeDocument/2006/relationships/officeDocument" Target="/ppt/presentation.xml" Id="R11e78776bb9c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8c59a0d524c08"/>
  </p:sldMasterIdLst>
  <p:notesMasterIdLst>
    <p:notesMasterId xmlns:r="http://schemas.openxmlformats.org/officeDocument/2006/relationships" r:id="R50eb022b5f3e458f"/>
  </p:notesMasterIdLst>
  <p:sldIdLst>
    <p:sldId xmlns:r="http://schemas.openxmlformats.org/officeDocument/2006/relationships" id="256" r:id="Reefecd6716354ae1"/>
    <p:sldId xmlns:r="http://schemas.openxmlformats.org/officeDocument/2006/relationships" id="257" r:id="Rd0e48033aadd4c63"/>
    <p:sldId xmlns:r="http://schemas.openxmlformats.org/officeDocument/2006/relationships" id="258" r:id="Rf9e25acb865f40a0"/>
    <p:sldId xmlns:r="http://schemas.openxmlformats.org/officeDocument/2006/relationships" id="259" r:id="Re3f7888e47f949d5"/>
    <p:sldId xmlns:r="http://schemas.openxmlformats.org/officeDocument/2006/relationships" id="260" r:id="R935f49c470fd4dd0"/>
    <p:sldId xmlns:r="http://schemas.openxmlformats.org/officeDocument/2006/relationships" id="261" r:id="Rd23782abdfc749a5"/>
    <p:sldId xmlns:r="http://schemas.openxmlformats.org/officeDocument/2006/relationships" id="262" r:id="R9103e42a383d4205"/>
    <p:sldId xmlns:r="http://schemas.openxmlformats.org/officeDocument/2006/relationships" id="263" r:id="Rc747c52fd1ee440f"/>
    <p:sldId xmlns:r="http://schemas.openxmlformats.org/officeDocument/2006/relationships" id="264" r:id="Rf11ca583e3c34ac5"/>
    <p:sldId xmlns:r="http://schemas.openxmlformats.org/officeDocument/2006/relationships" id="265" r:id="R57bf809bd5db47fd"/>
    <p:sldId xmlns:r="http://schemas.openxmlformats.org/officeDocument/2006/relationships" id="266" r:id="R79772619da4f495a"/>
    <p:sldId xmlns:r="http://schemas.openxmlformats.org/officeDocument/2006/relationships" id="267" r:id="R0af758b6c9a94670"/>
    <p:sldId xmlns:r="http://schemas.openxmlformats.org/officeDocument/2006/relationships" id="268" r:id="R0184d9a1d89f4634"/>
    <p:sldId xmlns:r="http://schemas.openxmlformats.org/officeDocument/2006/relationships" id="269" r:id="R3c125e4c1acc4aae"/>
    <p:sldId xmlns:r="http://schemas.openxmlformats.org/officeDocument/2006/relationships" id="270" r:id="R75e1e89db4fb49be"/>
    <p:sldId xmlns:r="http://schemas.openxmlformats.org/officeDocument/2006/relationships" id="271" r:id="R90d42da9937c4c50"/>
    <p:sldId xmlns:r="http://schemas.openxmlformats.org/officeDocument/2006/relationships" id="272" r:id="R8c4a57a631c54799"/>
    <p:sldId xmlns:r="http://schemas.openxmlformats.org/officeDocument/2006/relationships" id="273" r:id="R0045f464be3342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8c59a0d524c08" /><Relationship Type="http://schemas.openxmlformats.org/officeDocument/2006/relationships/theme" Target="/ppt/theme/theme1.xml" Id="R5a3ffb293c954aa4" /><Relationship Type="http://schemas.openxmlformats.org/officeDocument/2006/relationships/notesMaster" Target="/ppt/notesMasters/notesMaster1.xml" Id="R50eb022b5f3e458f" /><Relationship Type="http://schemas.openxmlformats.org/officeDocument/2006/relationships/presProps" Target="/ppt/presProps.xml" Id="R5a70c68b26ed4305" /><Relationship Type="http://schemas.openxmlformats.org/officeDocument/2006/relationships/viewProps" Target="/ppt/viewProps.xml" Id="R48c5b0c2f03948c7" /><Relationship Type="http://schemas.openxmlformats.org/officeDocument/2006/relationships/tableStyles" Target="/ppt/tableStyles.xml" Id="Rba3a312483d147aa" /><Relationship Type="http://schemas.openxmlformats.org/officeDocument/2006/relationships/slide" Target="/ppt/slides/slide1.xml" Id="Reefecd6716354ae1" /><Relationship Type="http://schemas.openxmlformats.org/officeDocument/2006/relationships/slide" Target="/ppt/slides/slide2.xml" Id="Rd0e48033aadd4c63" /><Relationship Type="http://schemas.openxmlformats.org/officeDocument/2006/relationships/slide" Target="/ppt/slides/slide3.xml" Id="Rf9e25acb865f40a0" /><Relationship Type="http://schemas.openxmlformats.org/officeDocument/2006/relationships/slide" Target="/ppt/slides/slide4.xml" Id="Re3f7888e47f949d5" /><Relationship Type="http://schemas.openxmlformats.org/officeDocument/2006/relationships/slide" Target="/ppt/slides/slide5.xml" Id="R935f49c470fd4dd0" /><Relationship Type="http://schemas.openxmlformats.org/officeDocument/2006/relationships/slide" Target="/ppt/slides/slide6.xml" Id="Rd23782abdfc749a5" /><Relationship Type="http://schemas.openxmlformats.org/officeDocument/2006/relationships/slide" Target="/ppt/slides/slide7.xml" Id="R9103e42a383d4205" /><Relationship Type="http://schemas.openxmlformats.org/officeDocument/2006/relationships/slide" Target="/ppt/slides/slide8.xml" Id="Rc747c52fd1ee440f" /><Relationship Type="http://schemas.openxmlformats.org/officeDocument/2006/relationships/slide" Target="/ppt/slides/slide9.xml" Id="Rf11ca583e3c34ac5" /><Relationship Type="http://schemas.openxmlformats.org/officeDocument/2006/relationships/slide" Target="/ppt/slides/slide10.xml" Id="R57bf809bd5db47fd" /><Relationship Type="http://schemas.openxmlformats.org/officeDocument/2006/relationships/slide" Target="/ppt/slides/slide11.xml" Id="R79772619da4f495a" /><Relationship Type="http://schemas.openxmlformats.org/officeDocument/2006/relationships/slide" Target="/ppt/slides/slide12.xml" Id="R0af758b6c9a94670" /><Relationship Type="http://schemas.openxmlformats.org/officeDocument/2006/relationships/slide" Target="/ppt/slides/slide13.xml" Id="R0184d9a1d89f4634" /><Relationship Type="http://schemas.openxmlformats.org/officeDocument/2006/relationships/slide" Target="/ppt/slides/slide14.xml" Id="R3c125e4c1acc4aae" /><Relationship Type="http://schemas.openxmlformats.org/officeDocument/2006/relationships/slide" Target="/ppt/slides/slide15.xml" Id="R75e1e89db4fb49be" /><Relationship Type="http://schemas.openxmlformats.org/officeDocument/2006/relationships/slide" Target="/ppt/slides/slide16.xml" Id="R90d42da9937c4c50" /><Relationship Type="http://schemas.openxmlformats.org/officeDocument/2006/relationships/slide" Target="/ppt/slides/slide17.xml" Id="R8c4a57a631c54799" /><Relationship Type="http://schemas.openxmlformats.org/officeDocument/2006/relationships/slide" Target="/ppt/slides/slide18.xml" Id="R0045f464be33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2225ce88804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9beac4caff4f32" /><Relationship Type="http://schemas.openxmlformats.org/officeDocument/2006/relationships/notesMaster" Target="/ppt/notesMasters/notesMaster1.xml" Id="R0d4627203f8a49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8ee1f799a74b92" /><Relationship Type="http://schemas.openxmlformats.org/officeDocument/2006/relationships/notesMaster" Target="/ppt/notesMasters/notesMaster1.xml" Id="R34317822a0f24f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37e86d3df9425b" /><Relationship Type="http://schemas.openxmlformats.org/officeDocument/2006/relationships/notesMaster" Target="/ppt/notesMasters/notesMaster1.xml" Id="R0d52b973114b4f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76960a1f44e27" /><Relationship Type="http://schemas.openxmlformats.org/officeDocument/2006/relationships/notesMaster" Target="/ppt/notesMasters/notesMaster1.xml" Id="Rf600962f621440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e9d30e758b4bd5" /><Relationship Type="http://schemas.openxmlformats.org/officeDocument/2006/relationships/notesMaster" Target="/ppt/notesMasters/notesMaster1.xml" Id="Ra84208b137b446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eb462559d4532" /><Relationship Type="http://schemas.openxmlformats.org/officeDocument/2006/relationships/notesMaster" Target="/ppt/notesMasters/notesMaster1.xml" Id="R9b002576e69a42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9ec7cdbe03443e" /><Relationship Type="http://schemas.openxmlformats.org/officeDocument/2006/relationships/notesMaster" Target="/ppt/notesMasters/notesMaster1.xml" Id="R4abed243941c49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a5904b440b4436" /><Relationship Type="http://schemas.openxmlformats.org/officeDocument/2006/relationships/notesMaster" Target="/ppt/notesMasters/notesMaster1.xml" Id="Ra7728fc7e863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66895c65bf4a0c" /><Relationship Type="http://schemas.openxmlformats.org/officeDocument/2006/relationships/notesMaster" Target="/ppt/notesMasters/notesMaster1.xml" Id="Rb69202d1f2f041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03553009644311" /><Relationship Type="http://schemas.openxmlformats.org/officeDocument/2006/relationships/notesMaster" Target="/ppt/notesMasters/notesMaster1.xml" Id="R181360ef4c1a45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3e326b0dd0486e" /><Relationship Type="http://schemas.openxmlformats.org/officeDocument/2006/relationships/notesMaster" Target="/ppt/notesMasters/notesMaster1.xml" Id="R39c7e13731da4b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15a4bcce994228" /><Relationship Type="http://schemas.openxmlformats.org/officeDocument/2006/relationships/notesMaster" Target="/ppt/notesMasters/notesMaster1.xml" Id="R8569998cb16f45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98f6835a914781" /><Relationship Type="http://schemas.openxmlformats.org/officeDocument/2006/relationships/notesMaster" Target="/ppt/notesMasters/notesMaster1.xml" Id="R9be2542fb9524b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a46d76e3264067" /><Relationship Type="http://schemas.openxmlformats.org/officeDocument/2006/relationships/notesMaster" Target="/ppt/notesMasters/notesMaster1.xml" Id="R5a2b62300a444b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ffd2abe4f54e24" /><Relationship Type="http://schemas.openxmlformats.org/officeDocument/2006/relationships/notesMaster" Target="/ppt/notesMasters/notesMaster1.xml" Id="Rc39fd81a5a8647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9c01e5e6ba405c" /><Relationship Type="http://schemas.openxmlformats.org/officeDocument/2006/relationships/notesMaster" Target="/ppt/notesMasters/notesMaster1.xml" Id="Rb5c07e28bdba46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bc322abd8447eb" /><Relationship Type="http://schemas.openxmlformats.org/officeDocument/2006/relationships/notesMaster" Target="/ppt/notesMasters/notesMaster1.xml" Id="Rcebf87bbc3d44d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939d126fff4dff" /><Relationship Type="http://schemas.openxmlformats.org/officeDocument/2006/relationships/notesMaster" Target="/ppt/notesMasters/notesMaster1.xml" Id="R6ae8b98027d647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c18825f72427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e4ed1be484c404e" /><Relationship Type="http://schemas.openxmlformats.org/officeDocument/2006/relationships/slideLayout" Target="/ppt/slideLayouts/slideLayout2.xml" Id="Rec372e323fd1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72e323fd1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b82d3a93142ff" /><Relationship Type="http://schemas.openxmlformats.org/officeDocument/2006/relationships/image" Target="/ppt/media/image.png" Id="Rc8fa4e080846453b" /><Relationship Type="http://schemas.openxmlformats.org/officeDocument/2006/relationships/notesSlide" Target="/ppt/notesSlides/notesSlide1.xml" Id="Rfe9f1af53d8a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8c50b37a9c4200" /><Relationship Type="http://schemas.openxmlformats.org/officeDocument/2006/relationships/image" Target="/ppt/media/image2.png" Id="Rf8b9cbd11be54283" /><Relationship Type="http://schemas.openxmlformats.org/officeDocument/2006/relationships/notesSlide" Target="/ppt/notesSlides/notesSlide2.xml" Id="R26540899b5474b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a51588274f4457" /><Relationship Type="http://schemas.openxmlformats.org/officeDocument/2006/relationships/image" Target="/ppt/media/image3.png" Id="Re3feee8a6e994e84" /><Relationship Type="http://schemas.openxmlformats.org/officeDocument/2006/relationships/notesSlide" Target="/ppt/notesSlides/notesSlide3.xml" Id="R39c85cf19aa042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dc830722345b6" /><Relationship Type="http://schemas.openxmlformats.org/officeDocument/2006/relationships/image" Target="/ppt/media/image4.png" Id="R31788b9102c64c1b" /><Relationship Type="http://schemas.openxmlformats.org/officeDocument/2006/relationships/notesSlide" Target="/ppt/notesSlides/notesSlide4.xml" Id="R6ecbe851ff074d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e185c829054b01" /><Relationship Type="http://schemas.openxmlformats.org/officeDocument/2006/relationships/image" Target="/ppt/media/image5.png" Id="R6f9c65729828496e" /><Relationship Type="http://schemas.openxmlformats.org/officeDocument/2006/relationships/notesSlide" Target="/ppt/notesSlides/notesSlide5.xml" Id="R07d5d79b1b6042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62ff5fd734efe" /><Relationship Type="http://schemas.openxmlformats.org/officeDocument/2006/relationships/image" Target="/ppt/media/image6.png" Id="Ra82872c18d2748f5" /><Relationship Type="http://schemas.openxmlformats.org/officeDocument/2006/relationships/notesSlide" Target="/ppt/notesSlides/notesSlide6.xml" Id="R20dfd979cd7a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97c8fa3e447c3" /><Relationship Type="http://schemas.openxmlformats.org/officeDocument/2006/relationships/image" Target="/ppt/media/image7.png" Id="R16db03a0de5f4203" /><Relationship Type="http://schemas.openxmlformats.org/officeDocument/2006/relationships/notesSlide" Target="/ppt/notesSlides/notesSlide7.xml" Id="R94a1bcc1fccd48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addf9880e441b1" /><Relationship Type="http://schemas.openxmlformats.org/officeDocument/2006/relationships/image" Target="/ppt/media/image8.png" Id="Rb6800c78608541da" /><Relationship Type="http://schemas.openxmlformats.org/officeDocument/2006/relationships/notesSlide" Target="/ppt/notesSlides/notesSlide8.xml" Id="R26010f9e008e47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65887673cc4e65" /><Relationship Type="http://schemas.openxmlformats.org/officeDocument/2006/relationships/image" Target="/ppt/media/image9.png" Id="Re1a78b18457949ee" /><Relationship Type="http://schemas.openxmlformats.org/officeDocument/2006/relationships/notesSlide" Target="/ppt/notesSlides/notesSlide9.xml" Id="R26b799fdc3f047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54a39f6afc4ccd" /><Relationship Type="http://schemas.openxmlformats.org/officeDocument/2006/relationships/image" Target="/ppt/media/image10.png" Id="R887134edda4c40dc" /><Relationship Type="http://schemas.openxmlformats.org/officeDocument/2006/relationships/notesSlide" Target="/ppt/notesSlides/notesSlide10.xml" Id="R203c8fb0b9944c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11611d1bf04ee6" /><Relationship Type="http://schemas.openxmlformats.org/officeDocument/2006/relationships/image" Target="/ppt/media/image11.png" Id="R6ad899a0bffa4ab8" /><Relationship Type="http://schemas.openxmlformats.org/officeDocument/2006/relationships/notesSlide" Target="/ppt/notesSlides/notesSlide11.xml" Id="Rbdf6db598cdb4c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2d57f806e4c24" /><Relationship Type="http://schemas.openxmlformats.org/officeDocument/2006/relationships/image" Target="/ppt/media/image12.png" Id="Rc030ab4939b34581" /><Relationship Type="http://schemas.openxmlformats.org/officeDocument/2006/relationships/notesSlide" Target="/ppt/notesSlides/notesSlide12.xml" Id="Reebe98004a6e42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be4190c0ca4b9f" /><Relationship Type="http://schemas.openxmlformats.org/officeDocument/2006/relationships/image" Target="/ppt/media/image13.png" Id="R0222e600ee364e37" /><Relationship Type="http://schemas.openxmlformats.org/officeDocument/2006/relationships/notesSlide" Target="/ppt/notesSlides/notesSlide13.xml" Id="R395cf41f12e745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3a0dac8ba3471b" /><Relationship Type="http://schemas.openxmlformats.org/officeDocument/2006/relationships/image" Target="/ppt/media/image14.png" Id="Rc765b5017a094b83" /><Relationship Type="http://schemas.openxmlformats.org/officeDocument/2006/relationships/notesSlide" Target="/ppt/notesSlides/notesSlide14.xml" Id="R263010be902c41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f8184fe9e4e6f" /><Relationship Type="http://schemas.openxmlformats.org/officeDocument/2006/relationships/image" Target="/ppt/media/image15.png" Id="Rab92941ca5054bf1" /><Relationship Type="http://schemas.openxmlformats.org/officeDocument/2006/relationships/notesSlide" Target="/ppt/notesSlides/notesSlide15.xml" Id="R88fea3103dad42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a525cb763b43ff" /><Relationship Type="http://schemas.openxmlformats.org/officeDocument/2006/relationships/image" Target="/ppt/media/image16.png" Id="Rd599406f56f04bfa" /><Relationship Type="http://schemas.openxmlformats.org/officeDocument/2006/relationships/notesSlide" Target="/ppt/notesSlides/notesSlide16.xml" Id="R5fbc33d7402f43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6115abace41da" /><Relationship Type="http://schemas.openxmlformats.org/officeDocument/2006/relationships/image" Target="/ppt/media/image17.png" Id="R966d6f3046cf4cf7" /><Relationship Type="http://schemas.openxmlformats.org/officeDocument/2006/relationships/notesSlide" Target="/ppt/notesSlides/notesSlide17.xml" Id="R143370e5ff704d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836b048be449a" /><Relationship Type="http://schemas.openxmlformats.org/officeDocument/2006/relationships/image" Target="/ppt/media/image18.png" Id="Ra5bdfc0c5a704c52" /><Relationship Type="http://schemas.openxmlformats.org/officeDocument/2006/relationships/notesSlide" Target="/ppt/notesSlides/notesSlide18.xml" Id="R1b209501c5604c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57C1C-7485-47E7-91BD-64A1DCC9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601C0-89D0-48AA-BB98-E24CE0FC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048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772A3-DF69-4304-B370-BD76E5EE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048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96D8D-8D08-4F71-920E-CF7D623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B1DA2-D40D-49BD-8BB6-AE18A1AD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9D077-50EC-4212-943A-FA18041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E6EF6-0956-4D62-8BBA-A16946ED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488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1CE48-A86C-4CAC-B3B7-635CF5A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466E2-6671-4989-8F01-FDB5FBFF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64B99-0B33-440C-9870-04CEC748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3A751-EBBD-4D8D-9F33-A225AED1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271DD-9C36-47C5-BF6A-34721794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78105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B6ED5-806A-4502-B5C5-73BC71AA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95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4738E-ABA7-4D01-B423-32AF411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96E1B-FEC3-405B-B029-F37FD54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FE170-9C7C-4A73-A869-2A6E5051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64D27-FFD8-4106-A8FE-510E0E1D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AD966-4CBC-4720-AF8A-3CBF5F4A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8F7F4-DEB1-409C-9D42-98DD058B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490" y="1319213"/>
            <a:ext cx="1089660" cy="737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39895-45A0-4C6F-A081-2D94047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770" y="161163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BE400-6C8D-4FC3-825D-BE67E9A2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270" y="1196340"/>
            <a:ext cx="118872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A66FB-E0E4-45A6-9BE3-388BB1AA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152971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ADD69-255F-4FEA-A1E6-4B39B9B5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110" y="1360170"/>
            <a:ext cx="1188720" cy="737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D3552-B181-493B-871E-C9AAB0DC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65258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6F866-A1BF-448F-A7F4-24618C88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0" y="2506980"/>
            <a:ext cx="1188720" cy="9010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089F4-B733-4F6A-8D58-31A37651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0" y="2881313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EEE058-9F58-4A75-A53E-39EB2691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30" y="2466023"/>
            <a:ext cx="108966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079F8-BA92-4E94-8218-D8C853F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279939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8CE27-2930-4E74-BEE8-9FA82389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70810"/>
            <a:ext cx="990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B4DB0-72B9-4F31-97BA-926CEB8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418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365C68-3C1D-419E-B572-C9684CE9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089660" cy="737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97B81B-BAA5-4900-B092-45405F31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430" y="3864293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3780A-71B8-46FD-858B-D903D9DF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930" y="3653790"/>
            <a:ext cx="1188720" cy="6962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2D9C-0496-4E70-ACE0-2507E75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925729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7F1F2-01F8-4758-9077-41960259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602A16-877E-4A07-AA0A-A7C1D375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LEAFLET + MAPBOX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a4e080846453b"/>
          <a:stretch xmlns:a="http://schemas.openxmlformats.org/drawingml/2006/main"/>
        </p:blipFill>
        <p:spPr>
          <a:xfrm xmlns:a="http://schemas.openxmlformats.org/drawingml/2006/main">
            <a:off x="552450" y="4191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9D7868-D9D8-4190-B452-FF733E8A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BD9196-0735-441B-8B48-D73E9447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239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B8D7B0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B8D7B0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CAD409-A7AE-4270-91CB-79E641C3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8D98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A8D98F"/>
                </a:solidFill>
                <a:latin typeface="Aptos Mono"/>
                <a:ea typeface="Aptos Mono"/>
                <a:cs typeface="Aptos Mono"/>
              </a:rPr>
              <a:t>PLANO EXECUTIVO DO PROJETO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DCF9E0-F987-4692-84E3-09E01AC8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191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TerraNexa: do protótipo ao teste real em campo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72AD09-B8A0-4A87-979F-62F01A4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8D2"/>
                </a:solidFill>
                <a:latin typeface="Aptos"/>
                <a:ea typeface="Aptos"/>
                <a:cs typeface="Aptos"/>
              </a:rPr>
              <a:t>Análise do que já foi construído, lacunas críticas, prioridade de execução e visual futuro do aplicativo agrícola.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D844B8-7CF7-4DD2-B741-A297B3C8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9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0BD65B-D67E-4A18-AE54-194C140F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7A78CB-E110-44D7-B48F-51A84272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TABELAS DE DOMÍNIO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A0B4DC-0742-489D-8FEC-E7471A6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Base Supabase cobre fazenda, talhão, OS, chuva, solo e scouting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54FB25-7653-483A-AE2E-159E029F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F31059-525D-4BC5-8A06-5C91E1D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43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PWA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4D0247-A74B-4F81-AA17-924E584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339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INSTALÁVEL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C59488-49EE-49AA-8901-92219260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054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Ícone, manifest e service worker já preparados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E9405B-FE8F-4C8D-9798-C47319E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3A82B3-5CCE-449E-AEF7-07EF0B6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43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Mapa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4AD3D2-64A6-4F13-998E-1B45117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339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LEAFLET + MAPBOX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0EFF90-7D5B-4734-9150-2BFAF515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054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Com fallback Esri se o token não existir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AAF240-2E55-48BD-A8EB-238B73A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8D7B0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B8D7B0"/>
                </a:solidFill>
                <a:latin typeface="Aptos Mono"/>
                <a:ea typeface="Aptos Mono"/>
                <a:cs typeface="Aptos Mono"/>
              </a:rPr>
              <a:t>Status: maio/2026 · Repositório GitHub: terranexaapp/terranexa · Deploy: Vercel</a:t>
            </a:r>
          </a:p>
        </p:txBody>
      </p:sp>
    </p:spTree>
    <p:extLst>
      <p:ext uri="{BB962C8B-B14F-4D97-AF65-F5344CB8AC3E}">
        <p14:creationId xmlns:p14="http://schemas.microsoft.com/office/powerpoint/2010/main" val="1465843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8F841-63D8-4F21-937F-6BCB759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025FF-6D7F-470B-9AC5-D3838454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07D0A-FA97-42B5-8842-61B4C83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9cbd11be54283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808E7-CF29-454C-9974-88369A7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CF325-14DA-4760-A0C5-6FC3226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DD442-1983-4B98-B7FB-036F079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RESUMO EXECUTIVO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76550-4DD2-4A2B-9861-BFA58B4C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TerraNexa já tem base funcional; agora o caminho crítico é teste de campo controlado.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30FB8-CF4A-4406-893A-59CCAF4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recomendação é congelar a ambição por alguns dias, validar o fluxo principal no celular e só então ampliar módulos.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451D3-1A50-454A-A1F4-7A37B03F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15B87-2700-4413-9877-13018935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Feito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8BCA3-5B78-4505-ACD9-57A285E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PRODUTO NAVEGÁVEL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3E8D2-3DD4-41D0-96C9-8F124F7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Login, fazendas, mapa, talhões, OS, insumos, pluviômetros, PWA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50688-6712-4044-98FA-457D0F52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57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8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C111A-4E52-4F42-AE5D-A69CB184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38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Agora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D7BA8-4A07-4FF9-B2B7-34E8814D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289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VALIDAR CAMPO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750BA-3994-4786-B2E5-2F2065FA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004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Vercel, variáveis, celular, GPS, monitoramento, clique no talhão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FC77B-3263-49AA-8682-6877F20D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A36D7-7946-4297-9DBC-1B6899AE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38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Depois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E1FC6-3729-4828-8CED-BCA548E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289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OPERAÇÃO REAL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C6614-57F0-4C06-93F6-6E313B40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004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OS concluída virando histórico, chuvas, solo, relatórios e permissões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C964A-57F7-44FE-B6C2-6CD9482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476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BBD7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444B9-D6C6-459D-B066-2D7BE4C7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00264-8EE2-40B2-B06B-A3CE1656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906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Decisão de foco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9950F-858B-4EFC-81CF-3BDF31E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171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próxima versão deve provar: abrir no celular, selecionar talhão, centralizar GPS, registrar monitoramento e atualizar cor por dias sem visita. Todo o resto entra depois que esse ciclo estiver estável.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6B66A-D514-4428-ABE5-BBEDDEA8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63B1F-B053-40EF-9C72-68B22315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950E3-8037-40AC-84A4-D51B3D56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31579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D6104-EE12-406F-AE76-4D2C1B82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C4D53-A622-425B-A82C-3E467F1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D158B-80FB-48F1-BD45-C166826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eee8a6e994e84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F4036-6D2B-4E8E-BA05-79B233C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3C3D1-32A2-4834-A923-1698A462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745D3-ADDB-4F5D-B68F-4BF0F08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MAPA MENTAL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AEC66-CBCE-4000-AD76-7E3311F6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visão do app se organiza em quatro sistemas conectados, não em telas soltas.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9A508-E39F-42A1-AD4F-D0FAF1C5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Cada módulo precisa alimentar o mapa e o histórico do talhão.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2E1A8-367D-48D4-804A-100206DD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222C8-CF4C-41E0-B6F1-763295E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TALHÃO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1CE1D-C4D4-4885-BAF0-C2EED19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DEAC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DEAC0"/>
                </a:solidFill>
                <a:latin typeface="Aptos"/>
                <a:ea typeface="Aptos"/>
                <a:cs typeface="Aptos"/>
              </a:rPr>
              <a:t>unidade central de decisão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B05E3-09E3-4094-BC6C-AD0D2FD4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285E9-7653-4CA8-BB97-8A2AD0A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79E05-2362-4720-B9DC-FCCFFA7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52A47-5683-43F8-A389-03967DCE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Mapa vivo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3660C-B427-42D8-A516-EE895F40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Geometria, satélite, GPS e camadas visuais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A5553-0745-4B53-92D1-F2A2B240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624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F74C4-F171-4E48-BDC1-4E4C324B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29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6408E-6E21-4C08-9A64-DF6621E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72E30-ADA3-4E00-94F4-1DF9550C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7A06B-D92F-41F9-9F9B-F3206818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005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646215-408B-4348-A78B-D6E7CAC0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100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Campo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5A4CD-0876-4FCD-A8F4-761F0C4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3390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Scouting, caminhamento e monitoramento offline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723E7-BAA3-48FF-8F23-3CB5669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1CABE-A56C-4F9F-9849-3D894E6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29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7E47C-1F17-47FB-92B0-B95571D6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D35F7-8421-452D-9AAB-FA4F32C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2E7353-FBE4-4233-A702-0D4DBC0F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95911D-F910-4721-B1D7-6333DA3D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Operação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71842-AF05-422A-AB3B-A24DA848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3390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OS, insumos, custos e histórico produtivo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32AB31-D919-4D78-850C-28CDE29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4BC050-829D-4D58-826E-5FBCA68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29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9BBC7B-2C22-49F5-90A1-C94AB0F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10000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0296A-3F35-4A04-87B9-83767065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8100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D52984-C36D-4E2C-BD83-2549EE7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6B555B-8677-4590-9B96-7E917591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10050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Gestão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70D754-1B6A-45B0-9FDB-FE6BDF1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339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Usuários, safras, relatórios e indicadores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BC55BC-F93D-457F-B363-BA22A86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9624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EC7744-6CE1-4CD8-B8A7-366A6191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29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1CEB45-DE3C-4DB7-B2BE-2EE716F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9DC8B7-F4DE-47BE-B9D3-68677DEC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8847C-7D5E-4123-8658-A38033FF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26C129-5234-4A20-BF73-747500C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480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833F5B-48CE-473F-9714-D2B0469F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Princípio: toda ação precisa voltar para o talhão como dado útil, visual e rastreável.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40C8D6-1C01-42A0-A870-0284FEA1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C5D6FF-9238-44AE-9F6E-CA4021C3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C7B73F-3C4B-4573-A38B-B1ADD505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58847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C6676-EB5F-4730-8BF0-B11D2E3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BB3B6-F216-4AB0-A998-3B2B4F91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CFEBB-4F43-4C7F-85E4-6A6357AA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88b9102c64c1b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108B1-E9AC-4D18-B527-44E0C837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D4E26-2B0A-42E6-8FC7-18D323F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013CF-3C22-4401-A7D6-EEA48013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LINHA DO TEMPO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C63E9-8E93-4C54-8DCB-6F26C49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construção recente saiu de mapa básico para PWA com monitoramento georreferenciado.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1A4E0-760C-4D25-8E59-6A13E65B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Os commits mostram uma sequência coerente: mapa → mobile → PWA → monitoramento → Leaflet/Mapbox.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42EC6-73C5-411E-AD97-D9815B1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09923-3748-415F-A061-FA34948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D2689-2274-46CD-8E25-D521AE5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31e598b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ABD7-8A8E-4D34-92FA-EE6EE151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Pluviômetros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83B7F-1B9A-463A-A0BF-C2A6E02F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Cadastro georreferenciado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F151D-C48A-4C61-9E13-D3174EB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81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CF53A-4E65-4B56-BDE0-60BC66E0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BFD84-0FF7-4E9B-ABFF-C6C279CC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D4E07-4EED-44D6-900C-BB3C3DEF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050fa79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60DD9-39E2-46E4-B0CB-7A040F8D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Layout/mapa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2B3A4-4B65-4F8E-8297-D08B020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Tela inicial e mapa principal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EF6BD-718B-40E0-B8E9-FB814C9E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81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34AF6-A45D-4FC2-A807-4040072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4B4F7-FEA3-4353-8039-5B2650AF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15316-F78B-4DCC-894A-4F92EF10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b91df56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E1D0A-5DA2-422E-ABA2-DD5E1A0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Mobile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84E93-D4C3-42DF-8FAE-A4D7444E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Linha do tempo no celular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54E22-2E7D-4F56-B4D4-B72E7125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81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31F7B-C4E3-43F8-969D-EBB98DF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7519CA-F98F-428B-82A9-64A7B3A1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C2A30-A1A9-4D98-B09E-71190C9B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be676b3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0138D-4550-4BC7-90EB-D39D9C80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GPS/offline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7A19C9-B63C-4782-A21B-2DA07AF4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Mapa mobile e armazenamento local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566D2-C144-4BD5-A754-65027EED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67A8B6-59EB-4A72-AE8E-5F65E69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DF4383-99C2-4128-867C-7930A02B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57EF7E-003B-4DC0-B8F9-CA651E4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13c9698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9969B1-DA9C-41F1-8109-CC22DBB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PWA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6DE543-4FE9-44E1-BB3B-F2272C8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Manifest, ícone e GPS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5C293B-964A-4AD0-A053-4A4BF2C8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27C1EC-119A-4EBA-8052-6F80A79D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EDB6B0-223D-4499-B1CB-29351B31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91A5B3-F125-41D8-AE27-0B475EA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86f785f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36D80-8D46-47D3-A186-A67D0B71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Monitoramento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BCABDD-1A56-4946-91F2-C5A10C6E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Cores por dias sem visita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43651-2FB2-44B8-B235-F4CE5AA4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7747C2-E446-43CB-882D-C407ADF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907536-47B8-40B4-A333-80346725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35FA3D-6EC2-40DF-BD7F-FBD72E76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575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92009f8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C2223B-2C18-42BE-831D-17FDFA9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76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Leaflet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1AA305-1B28-4FD1-A69F-44968217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00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Mapbox Satellite com fallback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0FA402-64FA-42F0-BB7C-C27FA6D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Leitura: a base técnica está avançada o suficiente para teste controlado; o risco agora não é falta de tela, é falta de validação em campo e dados reais.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E3972B-0FA6-4E3C-99BC-02CBD760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229EC-DA98-4872-BF1C-CDD2652E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96FF7E-3393-49C1-B0A4-2CEE8460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91467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FDA36-B11D-400B-8634-0689EF9B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7524E-6E89-4C38-B73C-58086F9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9E8FB-798F-4CDA-8979-F245F57A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c65729828496e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0EB39-C466-415B-9C6E-E83C8BF4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D2E32-3497-4E3D-AE09-272656D7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20947-BB05-4EDB-AC2C-B56F12C2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ARQUITETURA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2B13F-FFB8-4033-B262-711F0A1C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pilha atual é simples o bastante para evoluir rápido e já cobre produção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55DE7-97BB-4ED7-962A-F54F796E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React/Vite no front, Supabase como base operacional e Vercel como entrega contínua.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5ECB9-4DE9-4715-AF62-C94188A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CA061-6038-4466-93ED-FA82B1B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9CDB9-296E-4FF2-B29B-A58472D8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EDC5D-22E9-4CEE-9266-410A0A9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480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React + Vite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53333-A599-4302-8DA5-20512DD5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Interface do app, rotas, PWA e componentes de mapa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3DAC9-AE3C-46F1-A6A9-5985A50D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6C82F-F0DD-4A04-A69C-85FD896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74AB4-3D62-4C10-8D90-181AD5C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8A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8AB8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9F8B4-ED58-4B04-82CC-21C235AE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480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Leaflet + tiles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EE54E-BC0E-451D-BDF2-7C71FB6E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Motor do mapa, camadas e gestos fluidos no celular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B942E-61AF-438E-8ED5-CEDCFD0C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08FC4-639B-46F2-96F0-4294036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3DE1C-B96D-4066-9314-70F57BFE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13FC7-C92F-4352-B10A-571F8586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480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Supabase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EE6C6-E775-4A91-A5E5-167A192E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Auth, tabelas, RLS, storage e dados agrícolas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14255-C1FC-44FC-8921-E1F43467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4CD21-5BE4-47FC-9B1C-6D4AA3B2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BC3F7-C8A7-4652-B998-6A35FF1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8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A84C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40C74-3F65-4614-8AC0-8EC540F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480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GitHub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BC88A-7602-4830-9799-A074684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Versionamento e gatilho de deploy automático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B0C3AC-965B-4405-ADCD-AB92AAB1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D2F86-2A15-41F9-9F72-AAD3138B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2BAAE-5435-400F-8CDB-0ACDB0F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071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0714F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54CBD7-F8B0-4C55-A38C-64C78B99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480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Vercel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1B1404-8E22-4162-8B46-46841B0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Deploy, variáveis e distribuição como web 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53E55F-0581-4BE2-AB4B-81EC810C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86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B2A3E1-7ED1-4286-8F70-D4097D09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18310D-F3B7-4CF8-BE86-C82CC9BF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3C47E4-0C68-4862-9987-DB885E4C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72CC17-9BCF-409B-B925-80656C4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BBD7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55509D-C337-46AA-A75E-D05C0C1D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81575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Ponto de atenção: VITE_MAPBOX_TOKEN precisa ser configurado no Vercel para ativar Mapbox; sem token o app usa Esri como fallback.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6F2014-1005-4692-8952-0AFAA000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4D534A-6CB9-457F-9BED-26160640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3C54FC-F1A8-4152-8F21-CF6E7BD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14136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F2FBB-AA7F-4535-9B24-57B0F19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A681F-1FC4-4929-A648-B2C1DF1C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A8B0C-3836-401C-BBAE-F1CEED04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872c18d2748f5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667BC-C9DD-4E87-8CFB-0E4A8B46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46C45-8A79-477B-AD92-134D252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4125-78C1-47CC-B6C8-0FA067B2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MODELO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CD44D-4650-4168-9E06-AF0F68E2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Supabase já modela a fazenda como operação agrícola completa.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BBABA-2715-4820-8F96-2277A63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base tem cerca de 20 tabelas principais e separa cadastro, operação, agronomia e relatórios.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C59AA-BE17-4878-95C7-5DB5BA50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Núcleo da fazenda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2734F-2D4A-4B9E-9484-2254E9A8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432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536DF-D2D5-4EF6-80EC-1308A96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43225"/>
            <a:ext cx="492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C020F-31C1-40B4-85CC-A416AD0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profiles, fazendas, safras, talhões, equipes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CBAF6-1D5F-4B6A-A06C-B5618EEA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Operação e custos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8C47A-DFA7-40F4-99AE-B21C987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9567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64FFB-5068-432C-AF13-C9B2484E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49567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9C650-5836-4DC1-867F-53D8DA3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insumos, estoque, operações, OS e vínculos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3E14F-BBDE-4D41-9852-48A52D96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Agronomia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55FD9-84F4-4368-B098-D80A73C2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481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C3A0E-CD14-411B-AD36-7F4311C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04812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F02EE-9121-4D9A-95E5-A0B9858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pluviômetros, chuva, solo, monitoramentos e caminhamentos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8CD5C2-2C3B-4DC1-9F56-9E49C95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Evidência e gestão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86B08-2EC6-4E2E-9555-9ACB2B46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00575"/>
            <a:ext cx="590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C2398-EA5E-41A0-82E6-D4931B8B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00575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F9E25-12C6-4A4F-8CB5-DED6B2FB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armadilhas, relatórios e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FCA0D-2433-446E-BF68-5BF9588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1905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CEA6B2-A59B-4F6C-B933-FE79DD76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990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A68D2-2136-4D53-B8BB-7641FA0E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DEAC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AC0"/>
                </a:solidFill>
                <a:latin typeface="Aptos"/>
                <a:ea typeface="Aptos"/>
                <a:cs typeface="Aptos"/>
              </a:rPr>
              <a:t>tabelas principais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D9B474-EF22-43BD-BEA2-F65B9C03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957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E8F4D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8F4DC"/>
                </a:solidFill>
                <a:latin typeface="Aptos"/>
                <a:ea typeface="Aptos"/>
                <a:cs typeface="Aptos"/>
              </a:rPr>
              <a:t>Próximo: garantir políticas RLS + sincronização offline antes de escalar usuários.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35F64-B60B-4160-BF7C-20CE6EA4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BC05AF-007B-4A9E-9C5B-483E313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83717-CBBE-49C4-8BB6-8ED0214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048991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264E1-1C92-4304-9DB5-BB1A0CB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B4BBF-8C3B-4C80-A8D3-560553AA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3FD31-ABF9-4FEA-A948-93A1296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b03a0de5f4203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C02BA-0170-4AC7-9BEA-1FD9679A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E7102-676F-44DF-9A61-DD23C69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0E7A7-200F-4CB4-A710-8B722C0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MAPA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3E71F-7473-47A8-A19A-DA401A64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mapa deixou de ser apenas visual: virou a tela operacional do produtor.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5C725-7E10-4D83-99D0-8F28CF1F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evolução para Leaflet melhora clique, pinça, zoom e camadas; Mapbox entra como satélite quando o token estiver ativo.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02043-BD33-4113-B104-73760E5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F3307-4755-4494-9BC8-D9A4416B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BFABB-5074-4310-A3D3-F8830DE8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91A67-59B3-4B7A-AE94-BC17037F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2E555-80F0-43E0-867D-4F14BDA9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8CDD9-4D02-4D31-9A91-7FC97EF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669FE-D000-4963-A78A-2102541B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93C62-253E-4428-AC44-FE56149B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85F2F-8B9D-4A40-A33D-C847D374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C3B04-6D9F-49FB-B42D-C5D402D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A5BDD-9FEE-4824-B47A-7365E69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73105-C039-4CF9-A651-2CFBEBF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AAB2D-5172-40BA-872C-CFD90FBA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C7821-F237-4165-8EEA-E1CCA02C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6CFB5-BB8D-4AE6-AE66-2CA02F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1E808-B12B-4B6F-B757-5CCBAF21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DF20A-AA07-4549-BA5E-962F7EE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1AB4A-6EF7-454A-9183-07A3308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1942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45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8DB82-9BAF-4251-9F07-E08263FC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004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E79FF-3989-4BE0-AAF5-40D5066B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C5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4266F-6C31-4136-90C3-E437B87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B99B3-6C67-4722-A0F7-A2E9A42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F3F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62A22-8B03-46C2-B753-2BF8790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289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4108A9-8612-4153-A168-D6740DD6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05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266EAB-334F-4D20-B379-0E5D311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862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F71BC-AFA3-4D07-8EC5-708C4E4E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9525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E48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5731C-EC33-46B4-B32E-EA14C22D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0290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F3B47F-6FAC-4F25-947A-D3D2D093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62400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954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56BEFA-D21B-4F11-B39B-084C7483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C7724B-5A16-4A98-9A18-EA570941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45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137AF9-9100-434F-A21A-7C20425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7720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D7C6DB-71B6-4EA7-8865-CB7A94A7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1143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C5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77DAF-6926-4856-83FB-1CDFC8AD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488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1896E2-F689-49C1-9555-ECA78216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E778B3-C313-4289-8D92-E5585C2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ANTES · ESRI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6F8063-686F-4202-BC63-1689E2E7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5B45E8-365F-48BB-AD9B-7DCE12BE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AF93AF-69AE-4D4F-92C7-D0093AB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31150C-7EFD-495D-A04F-D24E4B8E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FB4FDC-9E68-42CC-8D46-5F6ADA9F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A4D56-95AC-4AC1-91F1-2923EE7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CED1C0-7E8A-42D8-8A9B-20D24F1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4ACF82-D5E6-4E8D-A3D5-FE03D27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362857-1DDA-416D-838C-D77D839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A6A7F8-CB9F-46F2-B794-4013FED1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CC17F2-2C99-43A4-8FB6-78B8A83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F8E855-8B12-49FB-84C3-1BA77A85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A44D48-5814-48B8-8EA2-CA4867CA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311C01-BFF0-468C-A792-BE0456F8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719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280F3C-4611-4B74-9D5C-08EBD0AB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679F55-F503-432E-840D-55899A8D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F88075-8718-4F8A-88FA-B0F2D3DD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461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FE3346-F5DE-49DF-B6E6-73C0F645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1942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7E1968-D6B0-400D-B7D6-9EDF10FB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004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7106B7-44F9-4E94-AC15-247B6AB8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973940-B49F-437F-BA2F-BE534239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4CFB12-7F54-4F34-86BB-C4B6F9A2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834188-E84F-4491-98C9-026A270E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289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F144C5-0131-4679-92CE-36019E7A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114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D99843-4477-4DB5-B45A-1D6C1247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862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508EAA4-C58B-4F80-891D-EAB1461C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9525"/>
            <a:ext cx="104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BD0BEF-B027-47C7-A3FA-42C4EF7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2907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D04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3701C5-D0D6-4B02-A8A2-72E6D97E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62400"/>
            <a:ext cx="95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0AB571-595A-42E2-8BDA-3DDEFEFA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3E9F3F8-66BF-4EB9-852D-D891D19F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A0385C-8CC6-44D0-B347-F5B2C8BE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7202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C07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C7C77A-A166-47DE-9E33-CA272B89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48200"/>
            <a:ext cx="1143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422C3E3-C205-42BE-8E6B-67338343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1488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3F77AA1-DC72-423D-B069-B78DAFF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2090ED-86DC-4E31-921A-4D3424C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054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DEPOIS · LEAFLET + MAPBOX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AE534D-B123-4033-BC6F-17901818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C535B6-60CD-48C8-B3C0-4E3B8369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24525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444"/>
                </a:solidFill>
                <a:latin typeface="Aptos"/>
                <a:ea typeface="Aptos"/>
                <a:cs typeface="Aptos"/>
              </a:rPr>
              <a:t>Custom tile engine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6E64A6-7E5D-471D-99EA-3B2A0C13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578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E12E7BD-9617-4660-9869-6B79456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2452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Leaflet + camadas agrícolas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D0728E-F59C-4045-A4FB-20BEB5C0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0550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Ganho esperado: navegação natural no celular, polígonos clicáveis confiáveis e camadas agrícolas mais fáceis de manter.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068E67-7D9D-459F-9D96-36E5B5C7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8651D2-2EE2-4233-8339-3AF6C6A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A7C9CD-ED30-4C86-8DF6-524C07DC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1624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54947-06EE-4BC5-AC37-BF0CBACF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58587-B063-48C2-9027-356C3DBB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003F6-8D84-45F1-95FF-A60DB041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00c78608541da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B08E3-F3E5-4041-921C-2A754223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4DFD1-2023-4E37-AD73-89145CB6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3FF5A-1BCA-46D2-9E0F-3F14E00E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EXPERIÊNCIA 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92EAB-3926-4D7F-A9E9-FE60AFB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produtor precisa sentir que está usando um app de campo, não uma página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8610B-A3A0-4B18-9183-18BEF08C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versão final deve abrir em tela cheia, com mini menu translúcido e botões grandes o bastante para uso na lavoura.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EBFEC-5DD5-41BF-B31B-43CDAB9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5270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0D"/>
          </a:solidFill>
          <a:ln xmlns:a="http://schemas.openxmlformats.org/drawingml/2006/main" w="19050">
            <a:solidFill>
              <a:srgbClr val="1E2C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2C458-BB78-4B58-9088-AE64DA34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286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17C61-A869-43E4-BF2C-9D6D405E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286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8113F-EB4D-41D8-B6E5-6FDCC072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286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6BD8C-130F-4142-834C-20E396F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A281A-3050-4F88-80EF-7C59FCD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3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02728-9436-4D44-9A01-BB54C1E3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79BC3-E35D-4E1A-B2D9-777F9C5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AE628-40BF-40A5-AB7D-4B2C6A04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61FBE-E520-42F4-B584-7F6C05AC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9789B-DE63-4F8C-856D-376D3422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C583E-3450-43B8-9B3D-4B512659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D91BC-AEC5-4FEC-9AEE-CFFCF759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432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D8E47-C96E-42F4-AE5B-CEA125E1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575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CC2B4-F66A-47BF-B068-93DCB46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6423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2ED9E-A052-417E-AD60-866E42C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7096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6FD7D9-AC6B-4DD7-9526-6CAE256E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7769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77E9D-12FD-4014-8F8A-69581BBF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88442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3E276-6B2A-4815-A16A-2316BC16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911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F2CD6-920C-479B-8542-C37E1DE0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" y="3104198"/>
            <a:ext cx="502920" cy="52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A2D291-A55F-4E0F-87D3-65A265CA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365" y="3016758"/>
            <a:ext cx="548640" cy="582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C4826C-F2E5-40E5-ABC7-001B6970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45" y="3133344"/>
            <a:ext cx="548640" cy="52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BE7399-7603-4BC4-84A3-617C7D4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885" y="3949446"/>
            <a:ext cx="548640" cy="6412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6D36AE-963E-4A73-B17A-84FA418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685" y="3920300"/>
            <a:ext cx="502920" cy="582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5BFFA-8658-4CAE-B074-B1544297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66032"/>
            <a:ext cx="457200" cy="582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8A683-42A9-4B09-89F4-2105A5E4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07255"/>
            <a:ext cx="502920" cy="52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6BB183-4FE9-4AB3-A606-2865FCFC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85" y="4765548"/>
            <a:ext cx="548640" cy="495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5CB4BA-40CD-4545-8A1A-AEFC44E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43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FEC0C7-E029-4598-AA93-CEB1AD63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098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4EA9DC-AC7F-4D8B-8A06-9FF58E34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67200"/>
            <a:ext cx="2133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4925">
              <a:alpha val="66667"/>
            </a:srgbClr>
          </a:solidFill>
          <a:ln xmlns:a="http://schemas.openxmlformats.org/drawingml/2006/main" w="9525">
            <a:solidFill>
              <a:srgbClr val="A8D98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0589D3-C35F-4CBC-B952-5E0EB47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196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CDEAC0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CDEAC0"/>
                </a:solidFill>
                <a:latin typeface="Aptos Mono"/>
                <a:ea typeface="Aptos Mono"/>
                <a:cs typeface="Aptos Mono"/>
              </a:rPr>
              <a:t>TALHAO SELECIONADO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65EA5-7ADE-404F-A803-F00E7FD4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91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A01 · Soja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5D65DD-1A81-49FE-B204-47506871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9530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571129-6BED-43B8-B9F4-713D199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0196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Monitorar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E8A66C-6A26-43CE-9DED-BA5BB6F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530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4BDBB1-1E04-4B14-AB04-084723D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019675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60492A-F88A-45A0-B0A9-46172A4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21970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Verde &lt;=5d | Amarelo 6-10d | Vermelho &gt;10d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B02010-A865-4256-B0AE-33D3F0E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06225C-7812-4400-82A5-633D98C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0D1D32-2E3C-45AC-A081-61A28A4A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Mapa em tela total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C2B7B2-0C20-419F-B58A-E5DC2F5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956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Sem divisão de tela no mobile; timeline vira overlay horizontal translúcido.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3B7A5-3E9D-4F3A-94A9-AC0D2AC0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E79D3B-CF81-4DB8-8756-B7875F6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ECB626-4BE5-4481-9CFD-E0D35A2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52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GPS no mapa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FEC5BE-5D15-443D-9195-7CB849A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956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Botão dedicado para centralizar exatamente onde o produtor está.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38CDB9-CA1C-456D-913C-BC314318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FD937C-DBA2-432D-B905-B30A28E8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A71A53-B74B-4F61-9582-40FE9E7E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76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Monitorar rápido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6E36A1-B2C5-4EBA-8577-B7B32072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96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Fluxo de ponto e caminhamento com permissão de GPS e salvamento offline.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FCECCA-372A-421D-9843-A6C62CA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42CD63-F995-46E4-B226-4A12C463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D529D0-855E-4EE1-A7D8-CFC0ABBA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767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Cores por atraso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D9C69E-352A-470A-89DC-B22BB30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4196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Talhões pintados por dias sem monitoramento, legível em campo.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1755F3-E328-4354-8991-1BC5636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C2274D-A5D4-46D3-869F-15EE9176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402124-2582-4BF9-8FFE-CEC9D6E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83399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DFDDD-B70A-4821-9910-18C21467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5720B-67D9-4AAD-B881-EA862FBF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95009-3B39-4976-A6F4-28552F7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78b18457949ee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C8DD0-15CE-4C61-90ED-C8BD06C8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EDC25-27C4-486D-BCDC-3FB6ACBE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30C71-BF3C-499D-BC89-E7A8348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MONITORAMENTO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BBE59-20A6-47DF-A869-D5A9D96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nova camada transforma ausência de visita em sinal visual imediato.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BBB8E-DC28-41F5-AAEE-D69B384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Regra definida: verde até 5 dias, amarelo de 6 a 10 dias, vermelho acima de 10 dias e cinza quando nunca houve visita.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B2BB0-7C84-4256-B12B-DFA57A71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334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C7161-5306-4491-905E-0DF5C54B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334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89A13-D8B1-4748-AB93-25236AD1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4EFCB-88B8-40AC-9080-6A3143D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438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A3D37-E03F-4251-9364-875F1C8B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7FA50-FE61-4519-92DA-BE8441E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A90F8-38E4-4ADE-B098-2E09840B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C60F7-6174-4C71-B63A-BD8A0E26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04E47-CF51-48F7-AA30-2A962D4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4CA49-EC7B-479A-A5D6-58D7E92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78C62-C7DD-4FA7-B54E-961C5BD1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71215-BDC1-4014-86F9-6418EB5E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EBD65-AF27-40BF-9F8E-577121F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365D8-76AA-4F25-9F92-04712D5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EB806-E332-4503-B885-C16BE04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E16A-15C1-4835-A399-8FB0B233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895A8-2544-437D-817C-C2D94F3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518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28D78-9913-4086-96EC-6C463BAB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" y="3014663"/>
            <a:ext cx="1173480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ECE7E-186A-46A1-A033-3F684338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" y="320421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FD370-504B-4E13-A1A8-DAAF426C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2926080"/>
            <a:ext cx="128016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27E0C4-2BF2-449F-84A1-0719EDBE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14515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B06DB-2134-47FD-A446-44D35359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180" y="3044190"/>
            <a:ext cx="1280160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BC2A56-40EE-4BEC-A344-64BFB90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710" y="323373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74C70-DDCD-4437-939B-11D6835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" y="3870960"/>
            <a:ext cx="1280160" cy="649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32CB89-0779-4D81-9CBF-9E51A221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" y="4119563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128EA7-9042-4472-A49B-7748E70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40" y="3841433"/>
            <a:ext cx="11734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A6DA5-E4F0-49C1-AEE4-A7C9461F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930" y="4060508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13447A-3EA8-4399-A3E9-CC2CA6B3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907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88A6E9-140B-46D9-95AE-B933476D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8145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535953-E215-465B-AA1F-3E17477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38675"/>
            <a:ext cx="1173480" cy="531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2091D8-5D51-4AD7-AB1D-261ABDF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90" y="4828223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0D6210-52F9-4582-8D97-0AF014C0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140" y="4697730"/>
            <a:ext cx="1280160" cy="501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C2294A-4170-448C-B1E7-801C9B8A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4872514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7A7DB3-6F73-4840-8262-E09213B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63626F-3F30-4036-ACD9-D5CD117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CAMADA MONITORAMENTO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DCADB1-D318-49DD-B54D-261057BB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204EFA-8C0C-4489-B20C-6D8DD442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8D8D12-1109-404B-93C1-E010F575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Verde · &lt;= 5 dias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E19D17-CD8E-4D03-A520-87F111A7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monitorado recentemente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6BE58C-0030-48CE-AA44-5EA75199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17B4C0-E0A4-4B83-86EF-7679FEC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4AA86B-038D-4D4B-BA53-7A952D4B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66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Amarelo · 6 a 10 dias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8AD803-A973-4841-BAAE-19DA8D94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19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atenção operacional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4B113F-1CF0-4A89-818E-57A4928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C36680-D83F-41E0-890A-7656060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8D3F6B-D89E-4582-81C5-5FFBEDA9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767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Vermelho · &gt; 10 dias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D41E14-2B3C-4764-B90B-D8E2DCB3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196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visita atrasada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121983-69F5-40B2-8D1E-ED7449B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9648C8-AFC1-4D9C-9EB2-7DEE20D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6E43B7-322B-41F6-8F9A-31CD7CF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768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Cinza · nunca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6B0D19-5F75-4F59-978D-5DBF0DF3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197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sem histórico registrado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B33559-B01E-4BD5-AE44-49A14AB8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Recomendação: este botão deve ficar no mini menu do talhão e também em Scouting como visão geral da fazenda.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A934B3-21F1-4F3F-8256-FF21A3F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D9D524-DE33-4E92-9F0A-2E6D4E24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AC95A5-5DC4-4878-9C0F-F813F283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57703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3E472-0B34-4EDE-8667-B7743D5E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26409-9C5B-4E03-9F3B-086EB95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36CCC-5E0D-4EE9-80B2-7BA6AE5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134edda4c40dc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B9244-8EA4-412E-8569-9BB42AA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66AC0-A427-4F9B-B43B-2D2D907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8AEE-0C0F-42DD-BBE2-F91F9A2E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CHUVAS E PLUVIÔMETROS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E517E-D725-4619-8045-5CE462F1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módulo de chuva deve separar cadastro, registro e leitura interpolada.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AE8F5-F692-4055-913C-590E7A89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linha do tempo não deve carregar interpolação pesada; o mapa principal e a página Chuvas devem exibir a leitura visual.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36871-1DB0-47C5-8E46-AEC270A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048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8A445-02F0-49A3-B05D-24250FB5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048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6303F-1AB5-4445-9694-49622C63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92AAD-FD51-47A4-AA37-D4FF31E5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69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58388-2B5E-4420-A141-BB730EAC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C06D9-559D-4E4E-8494-543AC98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706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537C9-B1ED-4029-A035-1F856FDE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D8B94-79EA-46DF-923A-9E14AA2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044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D9B2B-9452-4CD2-9A2E-DE0E686D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854FB-5ABF-4F5D-8FAD-19432C3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5381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B86B3-5933-4292-B3E1-E1D8079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7B9A6-CB76-49CA-93AA-296136B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B4F41-DB9C-475E-860F-BF3CC6F7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5DB60-DF9B-4730-A84D-430A2E0E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14B50-EBF6-4422-8161-B3DDCF9F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3DCBE-84CE-4647-96CE-E3005A41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65A7C-E2D0-40DB-A043-2A0D9247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E4A79-CFFE-4754-92AD-BC770B40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857500"/>
            <a:ext cx="111061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45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D7E3D-FEC8-4658-83EE-510C902E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68" y="305562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A487C-0851-42B3-9D6F-25A0A1CA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155" y="2766060"/>
            <a:ext cx="121158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C5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8816E3-CD4E-4B7D-97E6-7E26604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99466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C6D24-A475-4C24-99CD-B7FCDB6C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665" y="2887980"/>
            <a:ext cx="12115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F3F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EBF1C-5BD3-4600-AA56-93C7CB23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905" y="30861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0F391E-A9C1-455F-B4CD-F61431BE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3741420"/>
            <a:ext cx="121158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A05C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BEDC2A-B5C6-4E07-9ADA-81A53A49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10" y="40005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175D5-6E00-4676-B86E-97A8EE4E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945" y="3710940"/>
            <a:ext cx="111061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E48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185B0-849E-4B3A-AC3A-9B05A0C9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703" y="393954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472CE2-C5E3-4CF2-91EF-D7479CB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63340"/>
            <a:ext cx="100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954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46A4CF-45C0-4EB1-B331-0C0CEC2D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194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13971A-FDFD-4DB3-80DA-9593AD83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33900"/>
            <a:ext cx="111061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C45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1DA9EB-39A0-4D2C-8ACD-7FD0455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983" y="473202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C220D7-0FC0-4DB8-8D2B-A3E6B4A5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770" y="4594860"/>
            <a:ext cx="121158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9C52"/>
          </a:solidFill>
          <a:ln xmlns:a="http://schemas.openxmlformats.org/drawingml/2006/main" w="19050">
            <a:solidFill>
              <a:srgbClr val="E8F4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E6FE33-92E6-4D42-9077-1B3ED52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010" y="477774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CBB0BB-2AFF-43ED-93CA-D144F3D1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0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56C6C7-DCDB-402C-AF82-21803B4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PÁGINA CHUVAS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884B12-5439-4F15-A88E-B05DCA6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1091CB-1553-4B09-AFDA-26D83EB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23D35D-C3A3-4B0B-810F-FF26C0C5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8A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8AB8"/>
                </a:solidFill>
                <a:latin typeface="Aptos"/>
                <a:ea typeface="Aptos"/>
                <a:cs typeface="Aptos"/>
              </a:rPr>
              <a:t>PLU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F6C60C-DF3F-4E41-9601-68405F1A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812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Registrar pluviômetro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B42247-2390-42AF-B23E-8A47E79E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Ponto georreferenciado, renomear e editar posição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7FA619-5A30-4435-9C51-337AA914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6703F4-2A4D-4A20-A043-8E286B09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671A6A-D7E9-4871-AD4F-F350541E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8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A84C"/>
                </a:solidFill>
                <a:latin typeface="Aptos"/>
                <a:ea typeface="Aptos"/>
                <a:cs typeface="Aptos"/>
              </a:rPr>
              <a:t>MM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FADFE6-73D2-4014-8524-134B08E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95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Registrar chuva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6B7534-0BFC-4B61-BC93-30BDAD60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Entrada por período e fonte do pluviômetro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DB344C-ADD1-4956-B4BF-E79E0CA7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CEE9C9-E425-4131-A51D-E9D7B823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52415B-72DA-4379-808B-F5FAB658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673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INT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D230D7-11D6-431B-952D-1320F287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57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Mapa interpolado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76926D-3753-4517-AD5C-2508916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292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Recorte por talhão ou fazenda completa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0D2C35-C8C9-49F8-B6E1-F0C2810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A7D916-FFDD-448D-8172-C9DB3F7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863F5C-E2B8-4DED-A14F-C19C8EE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F49F0A-4E79-4C75-BDDD-C20AABC8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F9655D-DD72-4F1E-A1E0-E8A664CD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912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E904E-C8B7-4017-810E-B667A678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98515-ACEF-4E64-8FA4-B24EC279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4AD2C-1FF2-476A-92F8-C524319A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899a0bffa4ab8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8D47C-93B6-44E7-90AC-5E4B4C29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E7346-A9E5-4BEB-B544-1005921C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A45D4-5776-4244-860D-6F9969D4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ORDEM DE SERVIÇO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FC9B9-1392-4A70-88DF-DD337C3D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OS é o conector entre planejamento, execução, custo e histórico do talhão.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F7E2F-E974-4DF8-9174-62C76953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próxima evolução importante é: concluir OS deve gerar operação/histórico automaticamente.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3E0F9-C065-40E1-875E-74487329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5EF37-8C3E-4EEF-8913-4C2D6FD2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64295-E913-46D9-80ED-E49C5DF3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D594E-18C3-4804-98DA-2A75D73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Planejar 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D8915-582A-402F-A65C-E952D07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Talhão, operação, área parcial, insumos, equipe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9C8A0-B023-4F0E-8051-81C3BAF6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A9852-7098-4994-B430-4A55B38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C7F7D-D845-40BD-91AF-00D24D8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8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A8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B4072-468B-437E-860D-DE1D8DAD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33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Executar campo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654F0-C28A-4E6E-A1CC-5551874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Responsável registra andamento e evidências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04BC24-03C1-44E4-9199-70414A6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99350-E440-4FD9-B11A-015E839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F231A8-1AB9-4661-936D-276B3D3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8A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8A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45294-FF5D-4815-B15F-9D652D11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33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Concluir 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F8B37-0C79-434E-9A00-61217B2E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Fecha quantidade, custo e data real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EDADF-0138-4150-9CBE-3AFB8420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A9C77-3EDE-4129-9B2C-4FA4C897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580BD-4737-430D-B852-C1EDC3DE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071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071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E06A8-1248-45F8-9B5B-C29EAD8D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3372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Virar histórico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19767-D516-41F7-9BCE-421CBAE0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Operação aparece na timeline do talhão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B0C963-2FF3-4EB4-8735-38C03BFD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718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70EB33-B26B-446C-8306-368C40A9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6938D-1F47-4760-8BC3-988374E2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7A5B-72C6-47F7-B414-5B8F33BB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BBD7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CF3D2C-C493-4CA8-8F40-1744BFF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Prioridade P2: fechar esse ciclo antes de relatórios avançados, porque relatórios só terão valor se a origem operacional estiver consistente.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DFB44B-06E3-4E6B-999A-12AE23BB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3852EC-5D5C-468A-957D-F5350B5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61E196-1021-4E99-9F14-554C1B4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96968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9CD7E-CAFF-4B34-9584-895C5C7E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9FD43-607F-4A27-9A7F-64281394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2A60-2709-4F34-9518-A28A457D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0ab4939b34581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FC668-68B9-43A7-83C5-AA24E474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8BCAA-4EA4-44B8-900A-1C19C656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4BA3C-854B-4079-B268-FDBE6E6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GERENCIAMENTO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A888D-DEC1-43AD-B99C-74ED90B5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página de gerenciamento deve virar um painel modular, não um depósito de funções.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9E220-0A86-4277-AF7A-B522BC17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 menu superior por caixas já foi definido; cada caixa precisa abrir apenas sua própria operação.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F4E0E-19E8-4876-A3FC-8FFDABA3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1EB7F-4855-4A1C-9464-DF751ABA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EB030-8E85-4F2C-ACB4-1733A9F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Cadastro de Talhão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DFDE2-11C9-4470-94B8-B608C27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Desenhar, importar KML, cultura, fase e área 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D716B-4E5B-4F4B-8C7E-03AE09C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AC822-9C3B-44B6-BD90-3B0B4137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35204-0F20-4945-BD50-06A7592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Pluviômetros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F1CD0-C683-418F-AA06-796F8E20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Registrar, editar ponto, renomear e desativar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0C10B-AB34-4661-BF3B-BD7A7FF5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4A75B-82A0-4DD9-831A-3AC3BEB9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967AF-FCC7-46A9-8FF8-30F20299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Configuração da Fazenda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1B1CE-DFD1-48A9-BE41-7CAE0B82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Nome, safra ativa, parâmetros e preferências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7B95B-7E16-4248-9C62-0C69259E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82AFB-D9FE-40AE-ADC8-576904A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A143C-C4A0-4266-9232-CFD83EB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Equipe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D1EAD-70D0-470D-91B4-C4E00B14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Técnicos, operadores e permissões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42CB2-82B3-4EF0-AA91-DFE41D3A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D4EA4-18A7-4153-929A-10A98807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5315F-8876-443C-9345-42481AC1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Insumos/Estoque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4EA4F-C19D-4C71-A5C3-2BD6C37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Produtos, doses, saldo e custo médio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B2B6C-9D14-4799-A481-E98680D6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67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DC9FD-2ED8-4730-9C38-EF63D31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67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3B93F-2BB4-4885-A691-98F62B9A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Máquinas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25AE4-25F1-43A7-88EA-6C923209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Frota, capacidade e custo hora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C293DB-8909-489E-B76A-AA7CD0D8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C6B7BF-92DD-4CFA-AB92-0279FBD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8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71EAF2-E1A1-4819-B0A9-031A80E7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Centros de Custo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6F00C5-02B6-490B-9B59-69AD411A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Agrupar custo por fazenda, safra e atividade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C5A014-4FDB-4B87-92F7-B4E505B5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FA727-41CE-4601-9881-47406B7A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E08FED-03E9-46F1-B4F3-707A794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38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Histórico Produtivo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16330B-A51B-4E97-9271-A191788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815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Produtividade por talhão e safra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6B1593-9664-4ACD-8961-FB252F7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456348-D615-4A6A-BAC5-66631A1D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C555CF-22CC-4509-8124-9450B0D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78121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FC62E-EB32-4A7E-BD3E-DA322431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8B9FE-326F-4CDB-B482-40A02867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04798-4C99-404F-A425-4AF6C6F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2e600ee364e37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52616-E957-4F0C-86E8-5E47BCC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921C4-B9DF-4FF9-8CDD-CA0EEED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E6773-F7F7-49E1-AAF4-AC0B5DA1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ENTREGA CONTÍNUA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09769-FC34-4D3B-A0A0-0997B61A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fluxo GitHub → Vercel já permite testar rápido, desde que variáveis estejam completas.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21EA2-BF6E-4CC5-8485-671DCCDD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Essa etapa é mais operacional do que código: configurar env vars, redeployar e validar no celular.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D5FAE-1BD3-4E32-ABC8-F46B3B16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E543D-8CCB-4FEF-88CF-8773AAA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E6829-CDAD-4D01-9198-DCEC1F6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GIT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1A5EA-5B12-4A1D-B5E5-55BDBD0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GitHub 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A6887-F947-4940-8C36-333C0CE3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Commits versionados em terranexaapp/terranexa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281D1-52E7-44AF-9F42-D300E42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18C18-5E61-42AF-8D13-724201BF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91047-FC86-4555-8CBC-3B7266B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8A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8AB8"/>
                </a:solidFill>
                <a:latin typeface="Aptos"/>
                <a:ea typeface="Aptos"/>
                <a:cs typeface="Aptos"/>
              </a:rPr>
              <a:t>VC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4A49C-18B6-4768-ABE1-788AA58B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Vercel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6EE26-6BC2-4D39-8A8C-FE8E4C1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Deploy automático e ambientes de preview/produção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20698-96E3-44CC-88D9-94E559EC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2FD38-7F24-4A35-8FA7-D20FB9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AF3F4-C9EC-454A-8A09-7207B887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A8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A84C"/>
                </a:solidFill>
                <a:latin typeface="Aptos"/>
                <a:ea typeface="Aptos"/>
                <a:cs typeface="Aptos"/>
              </a:rPr>
              <a:t>ENV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93B49-349A-48CE-8AEB-393EF9A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Env vars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4BC80-9FF8-4566-8B7C-0F38337D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242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Supabase e Mapbox configurados por ambiente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C1080-E0E9-4D1D-BB8D-7A549665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2305E-9C2E-49CC-8BC3-B2D4281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1657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EB4ED-1D64-43CF-A415-9E02D7C8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623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071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0714F"/>
                </a:solidFill>
                <a:latin typeface="Aptos"/>
                <a:ea typeface="Aptos"/>
                <a:cs typeface="Aptos"/>
              </a:rPr>
              <a:t>PWA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8334B1-74A4-4A05-9A06-F3CC6DC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527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Teste mobile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94EB9-D5CD-43F7-B0EE-B5EA72BD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1390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Abrir, instalar PWA, clicar talhão e usar GPS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25E50A-1748-462A-81D0-CE2EEC87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909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7AA29-3148-427F-8C90-6B094DE2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909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318111-92E0-4E5E-8ABF-013807D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A47D8-E05E-4EA2-BB18-D8611303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0125"/>
            <a:ext cx="476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A6175C-FF22-4557-8D9E-C77C774E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0125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FE0032-30F0-46FB-AD94-48011206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81575"/>
            <a:ext cx="445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Checklist Vercel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ED710-E533-4836-A70F-0C9BEB1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24475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VITE_SUPABASE_URL · VITE_SUPABASE_ANON_KEY · VITE_MAPBOX_TOKEN opcional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728A68-0D7D-498B-8250-3A03A7A8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2422B2-02AA-4BB6-86A7-1EACB7E6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3B1C56-0A95-44EC-AAAE-24D7736D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9603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C3988-B6AF-4DC0-9B15-0C83F094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E6320-DFC0-4E67-BFD3-44785302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57DA5-6819-4430-9797-E76EAD07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5b5017a094b83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BD1BD-12B5-4E15-BBA0-F9504A7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887E9-1DB3-4842-A5A3-F40254F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B411A-63C7-48C9-AD93-D220DC48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ROADMAP PRIORIZADO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C0F54-34D4-4F74-84CB-1C11D6E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A sequência recomendada evita que o projeto se perca em melhorias paralelas.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18C5E-9336-4B5F-8CFD-AB16DA8C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lógica é: pôr no ar, testar no campo, fechar ciclo operacional, depois escalar gestão e relatórios.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DAA39-C973-4280-8E02-70C82ED9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58A07-21A5-4395-AF17-91F7C332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9D282-8FC3-4033-A9C3-ACBDBE4A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D0443-4233-4AF9-BD44-B36E17F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Colocar para testar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1A28A-332A-41B5-A91E-026E955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Vercel, env vars, login, mapa, PWA, celular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3FC3C-D270-4D7E-89B5-95E3CBB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527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D9CD1-797D-42B4-AB3C-72F9C1B4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agora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6FA77-FECF-40D5-A38C-C2F41556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9D33B-898C-4110-9764-A0249E7F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18260-F836-490C-B6DE-540BED9A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90875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EC450-7D5A-4238-9AD7-03785364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00425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Campo real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39465-124A-40D0-AC4A-5025A21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24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GPS, monitorar, offline, cores por atraso, linha do tempo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F7A23-1285-4D72-8D0A-7A71135F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52775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D456B-7CA1-462D-8C42-482B8DF4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agora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5EDA1-D21B-4A38-8F1E-B795F4AC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15659-F926-4075-8E59-B2250C39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B8D0B-2273-4993-A5F1-1277768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908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70BA1-4B88-4E35-8224-21AD5BC1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00425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Operação essencial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1F036-955B-4813-8142-20BA6540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24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OS concluída, insumos, histórico, pluviômetros e solo básico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B400A-0543-48B6-8F24-74326D47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9B71D5-C070-4A92-AF30-206AF197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46501-8FE5-439A-A8AC-80C746CF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761421-7B14-45CD-9020-6E68B68D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0425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Gestão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5D0D36-3631-41A1-A23A-034F252B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24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Permissões, equipe, safras, centros de custo e relatórios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DAA6F5-AE5D-4531-AFBE-B596983E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809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EC4836-64C2-4D07-BCDB-EA88422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F3D2C-FB02-44DE-AB9D-9D6B1D94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90875"/>
            <a:ext cx="1543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16AB26-677B-452E-8511-5BD68BF2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00425"/>
            <a:ext cx="1543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Escala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86C2D1-468D-40E8-B6CA-93A45E4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24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Domínio, backup, performance, analytics e plano comercial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477AF1-F7AA-4B25-9145-07033825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Regra de gestão: não abrir P3/P4 enquanto P0/P1 não tiverem passado por teste real no celular.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3058F1-659D-40CD-9A2B-93E3866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E48B22-8AF6-4C16-8804-D28160D8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474F7C-3305-4D14-9881-79A7DBCB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28703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F7A6B-6834-4556-87BF-F51E366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50262-AB25-455A-BDA4-A907D925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043A9-2632-4759-B43F-125AC0D9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2941ca5054bf1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032DB-06C4-42E3-A11B-F642B12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ECE3-3465-47C4-9990-00B5776A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39FB5-A36E-4635-98DE-F9689C19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DE TESTE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1FA19-1BD6-493E-81F9-0D736DCB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piloto precisa medir fluxo completo, não só se a tela abre.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C1988-A406-4A0B-BC0A-B5C6FB07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Teste ideal: uma fazenda, poucos talhões, celular real, sol forte, internet instável e uso com GPS.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8BD44-90B1-4FF5-9603-0F01ADD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3AF6C-F94F-4815-BC63-BFE35F3A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303E2-82AC-4253-8CFE-DEF42E93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1. Acesso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11091-EA9C-4CDD-A9F3-8D85900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Login, lista de fazendas, abrir Fazenda Laranjeiras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B5EA9-C654-4B2B-A439-7365581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D4B5F-E418-4F50-9CCA-FFDDB1F6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9F6FD-7F11-4015-8507-EDBC83F2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2. Mapa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83827-7C4A-48DA-99E5-34B6A385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Zoom por pinça, clique em talhão, camada satélite carregando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52B39-52C7-43C0-8210-FB0CDED0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908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CEAD8-EC1B-4CB6-A815-C342DDC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908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59C2C-2731-403B-BCD6-C61DB242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3. GPS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7E489-21FA-4A35-92B8-B44F535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Permitir localização, centralizar, ver marcador do produtor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819D5-7B3D-4022-A990-B0DD2CF8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C5EDF-DFB8-4D8C-8B33-64CBD856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F31B5-58A2-4E17-9E66-FFD343D7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4. Monitorar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F9315-1CA4-439B-B72F-8CDED7D1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Registrar ponto, caminhar, salvar offline e sincronizar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B13C6-F3D8-4502-9ABB-8AE8300A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243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663D26-E00D-49D0-944A-B8AD1C4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243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14EEC-F367-43A7-8AD4-F8ECE4DC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5. 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FCB558-2ADA-4841-9604-7C38A0A1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Voltar ao mapa e ver cor do talhão mudar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FBB74-FE22-4746-982B-C98C7ECD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9B5A8-A447-49F5-9A36-D5CD4C4A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24BF4B-D7FF-494E-ABF0-07CE46C7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6. 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3BA65-FB57-47D4-AF14-8693B55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386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Criar ordem simples e validar ligação com histórico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5459FB-DD0A-41EB-BE14-297BB125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52ABB2-10F4-40AA-A312-A5CD9F7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5E276-0271-48E1-A18C-6F3782D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996771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7EEAE3-7539-469A-A8D7-B56EDD7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72555-1467-429C-85AA-B438E74D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97B9-619E-4E14-95A9-33D59CB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9406f56f04bfa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3AE1B-9A4A-460F-AB48-7BB5A45A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3C84F-C136-443D-8E28-F3059C88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D8827-5A11-4970-B838-42D171D2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RISCOS E DECISÕES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59D4F-83DD-4ECC-AC2F-4F690C52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Os riscos principais são controláveis, mas precisam ser tratados antes de abrir para muitos usuários.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38A69-39B2-4C6B-8A86-B474BEAC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maior armadilha é confundir app bonito com operação confiável em campo.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08C51-021A-4319-9660-BC429CF7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Variáveis Vercel incompletas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0186E-9120-477D-B15C-63B1F1C6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E134A-BD06-4BDC-AA80-F807755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622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CB46D-AB14-4DA3-983B-4C61DEEE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bloqueia deploy correto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B8F83-B57F-47DA-A77A-A0D6C619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Mapbox billing/token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496E2-6AB2-4E3E-BE7B-AAAB7563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8612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4B7D5-AE67-475B-9CB1-118B8A28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86125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C42A5-442E-4C49-83E1-D6EA80EF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usar fallback Esri até decidir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D44A7-2AFC-49DE-89AF-94540287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Offline sem sincronização plena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E9A8C-D914-491B-A7D0-2419E8E1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10000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7CB6D-B124-4C9B-89EB-16080C1F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10000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224A2-8384-4B38-BA09-92C379A8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crítico para campo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215D8-AFC7-4506-AA02-1880FAC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RLS/permissões por fazenda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FC887-39A9-40F5-9648-DE3185B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E7565-65B7-4CA9-829D-B5343C06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F72F4-C39B-4462-B5C5-CBCA6C21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necessário antes de escala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7523A-288E-4130-B0E3-108475DC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Performance com muitos talhões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3D2B6-1D65-41D9-B622-8B388F39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57750"/>
            <a:ext cx="4762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84441-E8F8-4E5E-99A1-4C8514AD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57750"/>
            <a:ext cx="2857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7C7C0-69C7-43D1-AB4F-B5E6B70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80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380E"/>
                </a:solidFill>
                <a:latin typeface="Aptos"/>
                <a:ea typeface="Aptos"/>
                <a:cs typeface="Aptos"/>
              </a:rPr>
              <a:t>testar Leaflet no celular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7CF42-6598-4F72-8AAC-6882BF67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4AC72A-7993-4631-963A-10FEF546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B6111-3D99-4AA5-8C74-A1C24002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Decisão recomendada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8AD00-206F-4D38-A980-77D151F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1790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Rodar piloto com poucos usuários, registrar falhas e só depois expandir módulos e fazendas.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EB5945-C835-4863-8638-4B6B1C9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51749-31B9-456F-8FB9-C274018C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D9BBCE-1055-4729-B1E5-83CAFB4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16307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919BF-27DB-43E9-AF18-36777D95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02048-336C-415D-B8EE-F848107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61278-3357-4357-ABD2-86C4408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d6f3046cf4cf7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16572-2C6F-4FFA-BC4C-A5B7DCD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79EA0-B4DC-4C85-ABD8-DE01E1C3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7EBF8-8F0E-4A7F-95E2-BC9C8AC6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CRITÉRIOS DE PRONTO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105C7-C28F-416A-8C19-EB1965AC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app estará pronto para teste ampliado quando cumprir estes sinais objetivos.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4193C-72C7-4860-9A0A-BA53DADE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Use isso como régua antes de convidar usuários fora do núcleo do projeto.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46E8B-7B17-47E4-B8FA-88A799DD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0348D-A9BD-4E93-B30F-7503E264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D7267-9286-4177-B6F9-B08D994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FLUXO 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68DEC-38B5-49DF-BD44-3666BA90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Login, mapa, talhão e PWA sem bloqueio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537B7-9241-4654-A0AA-1C5A5F44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7E023-0843-4E68-B9E0-3A87C69F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&lt;3s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31D38-044D-4AFB-9C28-9E42E451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99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MAPA ÚTIL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20BD1-97D6-4F22-BA64-EEDACEF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81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Primeira renderização aceitável no celular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7C676-621B-46D2-A9C3-853885D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06CC0-F3F9-495A-8E72-774BAB7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1 visita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85F68-85BF-452C-B295-4F1B01A6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99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POR TALHÃO PILOTO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B2B0E-A092-44D0-9894-BF7AE0F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Monitoramento registrado e refletido em cor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324BF-6517-4C17-99A0-16F43D17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1374B-5588-4C5B-825E-EA5A8C40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19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23A93-D3FC-45B7-A64B-7EE81A8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99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DADOS PERDIDOS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05267-E778-43F5-BDA3-3566FDC0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813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Pontos offline preservados após instabilidade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FA17C-14A8-4FF0-A9F8-E23CE693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24D50-19C6-4FF7-9FC2-BB7AF5E4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19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06E695-C397-4FDA-A49A-1BE0CE6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81575"/>
            <a:ext cx="788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Marco de liberação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28EAD-2486-4502-B96A-D1DC6D7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24475"/>
            <a:ext cx="788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Quando esses quatro critérios forem batidos em campo, passamos para OS fechando histórico e chuvas/solo com dados reais.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411C8-F1D0-435D-A21D-5FE95E98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806C9-BDED-4E54-A2D5-8E9289F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3CB0E-6AAE-4FC9-B13F-68B4E3F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64070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D9EC50-4C5F-4381-873F-BEAFAFF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C4216-52A5-43A8-BCA3-D44B9AB8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40B47-DBB9-4734-99FA-F06755A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dfc0c5a704c52"/>
          <a:stretch xmlns:a="http://schemas.openxmlformats.org/drawingml/2006/main"/>
        </p:blipFill>
        <p:spPr>
          <a:xfrm xmlns:a="http://schemas.openxmlformats.org/drawingml/2006/main">
            <a:off x="552450" y="3429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FDBC4-0FA8-4A2C-BAAD-C485C934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A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D8A22"/>
                </a:solidFill>
                <a:latin typeface="Georgia"/>
                <a:ea typeface="Georgia"/>
                <a:cs typeface="Georgia"/>
              </a:rPr>
              <a:t>TerraNexa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9E1D3-141F-4FAD-ADA7-2A3DA188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563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PROJETO APP AGRICOLA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DFB17-B5CA-40FD-9968-2C7CE896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PRÓXIMOS 14 DIAS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3B574-669A-4EAC-B90E-33DE15CE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 próximo sprint deve ser curto, verificável e orientado a campo.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4AD65-5667-459B-9D97-13AAF14C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 meta não é terminar tudo: é colocar o TerraNexa em teste real o quanto antes.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D723F-97FB-4961-93C9-6E71165F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34548-766F-4F07-AE11-72D1AC5C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6A29C-5AA2-4163-BCB3-3F432C00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 1-2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D2694-29DD-4195-96B5-E9206E13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Vercel e Mapbox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44D13-4D64-45A5-A87E-7C3F0B9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Configurar env vars, redeployar e validar PWA no celular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49559-E82B-4519-8D93-E9F309F8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98D09-6E58-4269-8227-23FD7C95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9082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519CB-6D93-4C33-A37A-E0E87230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4822D-DC78-4B42-9BFE-66E599E0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54BDA-D205-4065-91FD-533767CD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622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 3-5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81856-8446-419E-A2A2-C1CC196A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718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Teste guiado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BA4BF-0CCF-48BE-ABE2-E358C9DB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956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Clicar talhão, GPS, monitorar, salvar pontos e verificar cor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A869E-9623-41DB-90CB-621F81B7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BB709-04F2-49FB-81F1-3621ADD9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9082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C1320C-1B16-4455-A700-7AA12FE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F79A6-DDE4-4F6D-8791-FDC8A1FC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0267ED-E1CB-47C7-93BD-24165F4F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 6-9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025AAA-2453-412B-BDB7-F0E9D11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718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Correções campo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F11B9-547F-49FB-93A1-181478B9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956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Ajustar tamanho de texto, botões, offline e performance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2B1AE-E010-4069-818D-6F1A4C1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241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646C23-B8FB-4BD2-941F-AE610D2F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9082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71265-8678-4431-A0CD-2F58FBE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C4B00-2543-4C1C-B0C3-786C464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7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D95FD0-96D2-46C3-ACA2-2BA40EA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622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Dia 10-14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C6272-54AD-4DB6-82EC-B4BBFD4D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80E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8380E"/>
                </a:solidFill>
                <a:latin typeface="Georgia"/>
                <a:ea typeface="Georgia"/>
                <a:cs typeface="Georgia"/>
              </a:rPr>
              <a:t>OS + histórico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DA51AF-127E-4C7C-B541-D3FA69CA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1924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44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444"/>
                </a:solidFill>
                <a:latin typeface="Aptos"/>
                <a:ea typeface="Aptos"/>
                <a:cs typeface="Aptos"/>
              </a:rPr>
              <a:t>Conectar conclusão de OS ao histórico do talhão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D9C9CA-F42B-46D3-951F-7078C197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B7C5C6-9811-4CA9-BC5B-4025A7E7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9082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D8A2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D8A22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8069F-87F6-4EFB-8F99-F5629DEE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85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70E58-6E34-4B00-BD38-63CDCD9F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Recomendação final: testar primeiro o fluxo mapa → talhão → monitorar → cor. Esse é o coração do TerraNexa.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6113D4-95CA-4D49-959F-E0C8A256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0C2961-77DA-47EF-808E-95C59379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7E8A68"/>
                </a:solidFill>
                <a:latin typeface="Aptos Mono"/>
                <a:ea typeface="Aptos Mono"/>
                <a:cs typeface="Aptos Mono"/>
              </a:rPr>
              <a:t>Plano executivo do projeto TerraNexa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5B99A1-A43B-48EE-B042-1DD01A4D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D8A22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44340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2026-05-14T22:49:16.0550000Z</dcterms:created>
  <dcterms:modified xsi:type="dcterms:W3CDTF">2026-05-14T22:49:16.0550000Z</dcterms:modified>
</coreProperties>
</file>